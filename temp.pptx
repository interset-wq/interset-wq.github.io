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67" r:id="rId4"/>
    <p:sldId id="258" r:id="rId5"/>
    <p:sldId id="266" r:id="rId6"/>
    <p:sldId id="259" r:id="rId7"/>
    <p:sldId id="260" r:id="rId8"/>
    <p:sldId id="268" r:id="rId9"/>
    <p:sldId id="273" r:id="rId10"/>
    <p:sldId id="269" r:id="rId11"/>
    <p:sldId id="270" r:id="rId12"/>
    <p:sldId id="272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 varScale="1">
        <p:scale>
          <a:sx n="75" d="100"/>
          <a:sy n="75" d="100"/>
        </p:scale>
        <p:origin x="72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D3CCBB-F397-41C1-8470-6F044A8B324C}" type="doc">
      <dgm:prSet loTypeId="urn:microsoft.com/office/officeart/2005/8/layout/list1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zh-CN" altLang="en-US"/>
        </a:p>
      </dgm:t>
    </dgm:pt>
    <dgm:pt modelId="{F3B150FC-5006-4AEF-9044-9EF6524B5B5D}">
      <dgm:prSet phldrT="[文本]"/>
      <dgm:spPr/>
      <dgm:t>
        <a:bodyPr/>
        <a:lstStyle/>
        <a:p>
          <a:r>
            <a:rPr lang="zh-CN" altLang="en-US" dirty="0"/>
            <a:t>入学两年，仍然迷茫</a:t>
          </a:r>
        </a:p>
      </dgm:t>
    </dgm:pt>
    <dgm:pt modelId="{218ECAEF-9D98-45D2-A13B-4E31B5D2F220}" type="parTrans" cxnId="{B96BECEC-2A3F-4A32-8142-EA5315DD2163}">
      <dgm:prSet/>
      <dgm:spPr/>
      <dgm:t>
        <a:bodyPr/>
        <a:lstStyle/>
        <a:p>
          <a:endParaRPr lang="zh-CN" altLang="en-US"/>
        </a:p>
      </dgm:t>
    </dgm:pt>
    <dgm:pt modelId="{AE6B1811-3B07-44EA-9845-595F779C3D04}" type="sibTrans" cxnId="{B96BECEC-2A3F-4A32-8142-EA5315DD2163}">
      <dgm:prSet/>
      <dgm:spPr/>
      <dgm:t>
        <a:bodyPr/>
        <a:lstStyle/>
        <a:p>
          <a:endParaRPr lang="zh-CN" altLang="en-US"/>
        </a:p>
      </dgm:t>
    </dgm:pt>
    <dgm:pt modelId="{C99DC86D-06B4-442D-A218-736655B594CF}">
      <dgm:prSet phldrT="[文本]"/>
      <dgm:spPr/>
      <dgm:t>
        <a:bodyPr/>
        <a:lstStyle/>
        <a:p>
          <a:r>
            <a:rPr lang="zh-CN" altLang="en-US" dirty="0"/>
            <a:t>有了一个大概的主线</a:t>
          </a:r>
        </a:p>
      </dgm:t>
    </dgm:pt>
    <dgm:pt modelId="{D1FC23B5-02D5-4EBF-819B-E2EF6B9E0360}" type="parTrans" cxnId="{658D9B94-DCB7-4C46-8CE9-2191DAB11D43}">
      <dgm:prSet/>
      <dgm:spPr/>
      <dgm:t>
        <a:bodyPr/>
        <a:lstStyle/>
        <a:p>
          <a:endParaRPr lang="zh-CN" altLang="en-US"/>
        </a:p>
      </dgm:t>
    </dgm:pt>
    <dgm:pt modelId="{6D5C2BB2-C03A-4D68-98BB-E1C1CB31FED1}" type="sibTrans" cxnId="{658D9B94-DCB7-4C46-8CE9-2191DAB11D43}">
      <dgm:prSet/>
      <dgm:spPr/>
      <dgm:t>
        <a:bodyPr/>
        <a:lstStyle/>
        <a:p>
          <a:endParaRPr lang="zh-CN" altLang="en-US"/>
        </a:p>
      </dgm:t>
    </dgm:pt>
    <dgm:pt modelId="{8FE1F19C-7475-40CC-B07A-5E80039E6A6C}">
      <dgm:prSet/>
      <dgm:spPr/>
      <dgm:t>
        <a:bodyPr/>
        <a:lstStyle/>
        <a:p>
          <a:r>
            <a:rPr lang="zh-CN" altLang="en-US" dirty="0"/>
            <a:t>去年暑假，收获很大</a:t>
          </a:r>
        </a:p>
      </dgm:t>
    </dgm:pt>
    <dgm:pt modelId="{0A0142A4-2DA6-4521-B3D0-47D3FBFB3BC4}" type="parTrans" cxnId="{416D860D-2C0A-4507-935C-83B6BD34E9C0}">
      <dgm:prSet/>
      <dgm:spPr/>
      <dgm:t>
        <a:bodyPr/>
        <a:lstStyle/>
        <a:p>
          <a:endParaRPr lang="zh-CN" altLang="en-US"/>
        </a:p>
      </dgm:t>
    </dgm:pt>
    <dgm:pt modelId="{0C3A8C40-F329-4755-9A91-D47921C37415}" type="sibTrans" cxnId="{416D860D-2C0A-4507-935C-83B6BD34E9C0}">
      <dgm:prSet/>
      <dgm:spPr/>
      <dgm:t>
        <a:bodyPr/>
        <a:lstStyle/>
        <a:p>
          <a:endParaRPr lang="zh-CN" altLang="en-US"/>
        </a:p>
      </dgm:t>
    </dgm:pt>
    <dgm:pt modelId="{59840604-B029-45A2-A885-DFA5BD0DA677}" type="pres">
      <dgm:prSet presAssocID="{EDD3CCBB-F397-41C1-8470-6F044A8B324C}" presName="linear" presStyleCnt="0">
        <dgm:presLayoutVars>
          <dgm:dir/>
          <dgm:animLvl val="lvl"/>
          <dgm:resizeHandles val="exact"/>
        </dgm:presLayoutVars>
      </dgm:prSet>
      <dgm:spPr/>
    </dgm:pt>
    <dgm:pt modelId="{E358F9B7-EBE2-4485-9324-B6F6D957AD29}" type="pres">
      <dgm:prSet presAssocID="{F3B150FC-5006-4AEF-9044-9EF6524B5B5D}" presName="parentLin" presStyleCnt="0"/>
      <dgm:spPr/>
    </dgm:pt>
    <dgm:pt modelId="{E5E0D03F-F56C-499D-ABE1-32B5555EB9C5}" type="pres">
      <dgm:prSet presAssocID="{F3B150FC-5006-4AEF-9044-9EF6524B5B5D}" presName="parentLeftMargin" presStyleLbl="node1" presStyleIdx="0" presStyleCnt="3"/>
      <dgm:spPr/>
    </dgm:pt>
    <dgm:pt modelId="{38B2D690-F0F1-4442-B513-9F00581E507B}" type="pres">
      <dgm:prSet presAssocID="{F3B150FC-5006-4AEF-9044-9EF6524B5B5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6B1E3F2-2B7A-4C55-9525-8C8832159F5F}" type="pres">
      <dgm:prSet presAssocID="{F3B150FC-5006-4AEF-9044-9EF6524B5B5D}" presName="negativeSpace" presStyleCnt="0"/>
      <dgm:spPr/>
    </dgm:pt>
    <dgm:pt modelId="{DE36C581-97B0-4814-A8E7-107677BCB9C4}" type="pres">
      <dgm:prSet presAssocID="{F3B150FC-5006-4AEF-9044-9EF6524B5B5D}" presName="childText" presStyleLbl="conFgAcc1" presStyleIdx="0" presStyleCnt="3">
        <dgm:presLayoutVars>
          <dgm:bulletEnabled val="1"/>
        </dgm:presLayoutVars>
      </dgm:prSet>
      <dgm:spPr/>
    </dgm:pt>
    <dgm:pt modelId="{9C5CDF5E-D7BF-4AA9-9CE0-9CCC43CF00AB}" type="pres">
      <dgm:prSet presAssocID="{AE6B1811-3B07-44EA-9845-595F779C3D04}" presName="spaceBetweenRectangles" presStyleCnt="0"/>
      <dgm:spPr/>
    </dgm:pt>
    <dgm:pt modelId="{3941B71B-82A7-4359-8E13-D1E99FD96F6D}" type="pres">
      <dgm:prSet presAssocID="{8FE1F19C-7475-40CC-B07A-5E80039E6A6C}" presName="parentLin" presStyleCnt="0"/>
      <dgm:spPr/>
    </dgm:pt>
    <dgm:pt modelId="{AB3077FB-40D0-4875-93FA-0C99D3542CB8}" type="pres">
      <dgm:prSet presAssocID="{8FE1F19C-7475-40CC-B07A-5E80039E6A6C}" presName="parentLeftMargin" presStyleLbl="node1" presStyleIdx="0" presStyleCnt="3"/>
      <dgm:spPr/>
    </dgm:pt>
    <dgm:pt modelId="{1529513E-98D6-4044-8D43-8AE6CF15FC91}" type="pres">
      <dgm:prSet presAssocID="{8FE1F19C-7475-40CC-B07A-5E80039E6A6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529A0E4-0124-4BA5-9980-CFC0673D622E}" type="pres">
      <dgm:prSet presAssocID="{8FE1F19C-7475-40CC-B07A-5E80039E6A6C}" presName="negativeSpace" presStyleCnt="0"/>
      <dgm:spPr/>
    </dgm:pt>
    <dgm:pt modelId="{6AA5D579-3625-479B-B298-EE8DF410FA44}" type="pres">
      <dgm:prSet presAssocID="{8FE1F19C-7475-40CC-B07A-5E80039E6A6C}" presName="childText" presStyleLbl="conFgAcc1" presStyleIdx="1" presStyleCnt="3">
        <dgm:presLayoutVars>
          <dgm:bulletEnabled val="1"/>
        </dgm:presLayoutVars>
      </dgm:prSet>
      <dgm:spPr/>
    </dgm:pt>
    <dgm:pt modelId="{4DA43C74-61CB-42C5-9D4A-60109388781C}" type="pres">
      <dgm:prSet presAssocID="{0C3A8C40-F329-4755-9A91-D47921C37415}" presName="spaceBetweenRectangles" presStyleCnt="0"/>
      <dgm:spPr/>
    </dgm:pt>
    <dgm:pt modelId="{462E94C9-C797-41D3-8ECB-4C681687A126}" type="pres">
      <dgm:prSet presAssocID="{C99DC86D-06B4-442D-A218-736655B594CF}" presName="parentLin" presStyleCnt="0"/>
      <dgm:spPr/>
    </dgm:pt>
    <dgm:pt modelId="{582A2DE1-3135-43DF-BE07-D5B2827F2640}" type="pres">
      <dgm:prSet presAssocID="{C99DC86D-06B4-442D-A218-736655B594CF}" presName="parentLeftMargin" presStyleLbl="node1" presStyleIdx="1" presStyleCnt="3"/>
      <dgm:spPr/>
    </dgm:pt>
    <dgm:pt modelId="{897678F1-1CB0-4032-904F-E35CB961FBD0}" type="pres">
      <dgm:prSet presAssocID="{C99DC86D-06B4-442D-A218-736655B594C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ACCF8F7-CB97-4512-9C44-E09F1B11B4D6}" type="pres">
      <dgm:prSet presAssocID="{C99DC86D-06B4-442D-A218-736655B594CF}" presName="negativeSpace" presStyleCnt="0"/>
      <dgm:spPr/>
    </dgm:pt>
    <dgm:pt modelId="{01246180-0013-4D69-990A-58C56BE4BAC7}" type="pres">
      <dgm:prSet presAssocID="{C99DC86D-06B4-442D-A218-736655B594CF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416D860D-2C0A-4507-935C-83B6BD34E9C0}" srcId="{EDD3CCBB-F397-41C1-8470-6F044A8B324C}" destId="{8FE1F19C-7475-40CC-B07A-5E80039E6A6C}" srcOrd="1" destOrd="0" parTransId="{0A0142A4-2DA6-4521-B3D0-47D3FBFB3BC4}" sibTransId="{0C3A8C40-F329-4755-9A91-D47921C37415}"/>
    <dgm:cxn modelId="{9977CE2C-C1B9-47F4-A69F-5FA77AF9FDC4}" type="presOf" srcId="{F3B150FC-5006-4AEF-9044-9EF6524B5B5D}" destId="{38B2D690-F0F1-4442-B513-9F00581E507B}" srcOrd="1" destOrd="0" presId="urn:microsoft.com/office/officeart/2005/8/layout/list1"/>
    <dgm:cxn modelId="{1F200941-60B6-45CD-BC18-325D01D2F072}" type="presOf" srcId="{F3B150FC-5006-4AEF-9044-9EF6524B5B5D}" destId="{E5E0D03F-F56C-499D-ABE1-32B5555EB9C5}" srcOrd="0" destOrd="0" presId="urn:microsoft.com/office/officeart/2005/8/layout/list1"/>
    <dgm:cxn modelId="{9A01DE45-4A5C-42FD-AD5D-8389FF152A2F}" type="presOf" srcId="{C99DC86D-06B4-442D-A218-736655B594CF}" destId="{582A2DE1-3135-43DF-BE07-D5B2827F2640}" srcOrd="0" destOrd="0" presId="urn:microsoft.com/office/officeart/2005/8/layout/list1"/>
    <dgm:cxn modelId="{52EC6F4F-3853-41FE-9BA5-033670A892B4}" type="presOf" srcId="{C99DC86D-06B4-442D-A218-736655B594CF}" destId="{897678F1-1CB0-4032-904F-E35CB961FBD0}" srcOrd="1" destOrd="0" presId="urn:microsoft.com/office/officeart/2005/8/layout/list1"/>
    <dgm:cxn modelId="{FB1ACB87-ECB6-4A55-B0A2-B8C1EAAECAD4}" type="presOf" srcId="{EDD3CCBB-F397-41C1-8470-6F044A8B324C}" destId="{59840604-B029-45A2-A885-DFA5BD0DA677}" srcOrd="0" destOrd="0" presId="urn:microsoft.com/office/officeart/2005/8/layout/list1"/>
    <dgm:cxn modelId="{658D9B94-DCB7-4C46-8CE9-2191DAB11D43}" srcId="{EDD3CCBB-F397-41C1-8470-6F044A8B324C}" destId="{C99DC86D-06B4-442D-A218-736655B594CF}" srcOrd="2" destOrd="0" parTransId="{D1FC23B5-02D5-4EBF-819B-E2EF6B9E0360}" sibTransId="{6D5C2BB2-C03A-4D68-98BB-E1C1CB31FED1}"/>
    <dgm:cxn modelId="{8C2349DD-9BB1-4C09-8028-6692EEDFDEF7}" type="presOf" srcId="{8FE1F19C-7475-40CC-B07A-5E80039E6A6C}" destId="{1529513E-98D6-4044-8D43-8AE6CF15FC91}" srcOrd="1" destOrd="0" presId="urn:microsoft.com/office/officeart/2005/8/layout/list1"/>
    <dgm:cxn modelId="{B96BECEC-2A3F-4A32-8142-EA5315DD2163}" srcId="{EDD3CCBB-F397-41C1-8470-6F044A8B324C}" destId="{F3B150FC-5006-4AEF-9044-9EF6524B5B5D}" srcOrd="0" destOrd="0" parTransId="{218ECAEF-9D98-45D2-A13B-4E31B5D2F220}" sibTransId="{AE6B1811-3B07-44EA-9845-595F779C3D04}"/>
    <dgm:cxn modelId="{753B78FA-E7EB-4772-AA1C-00D9B703894D}" type="presOf" srcId="{8FE1F19C-7475-40CC-B07A-5E80039E6A6C}" destId="{AB3077FB-40D0-4875-93FA-0C99D3542CB8}" srcOrd="0" destOrd="0" presId="urn:microsoft.com/office/officeart/2005/8/layout/list1"/>
    <dgm:cxn modelId="{243D008D-773E-4955-B542-577A83B64228}" type="presParOf" srcId="{59840604-B029-45A2-A885-DFA5BD0DA677}" destId="{E358F9B7-EBE2-4485-9324-B6F6D957AD29}" srcOrd="0" destOrd="0" presId="urn:microsoft.com/office/officeart/2005/8/layout/list1"/>
    <dgm:cxn modelId="{2DF833CB-D16A-4718-8E61-A8068E27708E}" type="presParOf" srcId="{E358F9B7-EBE2-4485-9324-B6F6D957AD29}" destId="{E5E0D03F-F56C-499D-ABE1-32B5555EB9C5}" srcOrd="0" destOrd="0" presId="urn:microsoft.com/office/officeart/2005/8/layout/list1"/>
    <dgm:cxn modelId="{823626C6-D9DF-426D-87B0-F759B1FC54DB}" type="presParOf" srcId="{E358F9B7-EBE2-4485-9324-B6F6D957AD29}" destId="{38B2D690-F0F1-4442-B513-9F00581E507B}" srcOrd="1" destOrd="0" presId="urn:microsoft.com/office/officeart/2005/8/layout/list1"/>
    <dgm:cxn modelId="{C66F73B5-86E2-4A6E-ABFD-3AC5BCC79DBE}" type="presParOf" srcId="{59840604-B029-45A2-A885-DFA5BD0DA677}" destId="{26B1E3F2-2B7A-4C55-9525-8C8832159F5F}" srcOrd="1" destOrd="0" presId="urn:microsoft.com/office/officeart/2005/8/layout/list1"/>
    <dgm:cxn modelId="{A914F593-28C8-4428-BE65-E3E9839A3121}" type="presParOf" srcId="{59840604-B029-45A2-A885-DFA5BD0DA677}" destId="{DE36C581-97B0-4814-A8E7-107677BCB9C4}" srcOrd="2" destOrd="0" presId="urn:microsoft.com/office/officeart/2005/8/layout/list1"/>
    <dgm:cxn modelId="{60B34AEF-FBBA-4080-A4EE-A6F5296EF275}" type="presParOf" srcId="{59840604-B029-45A2-A885-DFA5BD0DA677}" destId="{9C5CDF5E-D7BF-4AA9-9CE0-9CCC43CF00AB}" srcOrd="3" destOrd="0" presId="urn:microsoft.com/office/officeart/2005/8/layout/list1"/>
    <dgm:cxn modelId="{9F791A90-CDC2-46D1-92E0-0CC2BA4037B8}" type="presParOf" srcId="{59840604-B029-45A2-A885-DFA5BD0DA677}" destId="{3941B71B-82A7-4359-8E13-D1E99FD96F6D}" srcOrd="4" destOrd="0" presId="urn:microsoft.com/office/officeart/2005/8/layout/list1"/>
    <dgm:cxn modelId="{8265B72E-9831-49B7-AC5F-9D09F72F4728}" type="presParOf" srcId="{3941B71B-82A7-4359-8E13-D1E99FD96F6D}" destId="{AB3077FB-40D0-4875-93FA-0C99D3542CB8}" srcOrd="0" destOrd="0" presId="urn:microsoft.com/office/officeart/2005/8/layout/list1"/>
    <dgm:cxn modelId="{292353F9-CD65-422E-92BA-E28B2F264C56}" type="presParOf" srcId="{3941B71B-82A7-4359-8E13-D1E99FD96F6D}" destId="{1529513E-98D6-4044-8D43-8AE6CF15FC91}" srcOrd="1" destOrd="0" presId="urn:microsoft.com/office/officeart/2005/8/layout/list1"/>
    <dgm:cxn modelId="{3D8A6A62-3137-435C-ABB0-CB15AF0113BB}" type="presParOf" srcId="{59840604-B029-45A2-A885-DFA5BD0DA677}" destId="{3529A0E4-0124-4BA5-9980-CFC0673D622E}" srcOrd="5" destOrd="0" presId="urn:microsoft.com/office/officeart/2005/8/layout/list1"/>
    <dgm:cxn modelId="{ABD41D00-B356-4BA3-A479-DB9BD6DD073E}" type="presParOf" srcId="{59840604-B029-45A2-A885-DFA5BD0DA677}" destId="{6AA5D579-3625-479B-B298-EE8DF410FA44}" srcOrd="6" destOrd="0" presId="urn:microsoft.com/office/officeart/2005/8/layout/list1"/>
    <dgm:cxn modelId="{76933490-697C-4B7B-B538-EED78CC0CD9E}" type="presParOf" srcId="{59840604-B029-45A2-A885-DFA5BD0DA677}" destId="{4DA43C74-61CB-42C5-9D4A-60109388781C}" srcOrd="7" destOrd="0" presId="urn:microsoft.com/office/officeart/2005/8/layout/list1"/>
    <dgm:cxn modelId="{EC89B959-6397-4482-ACD8-B63EB1605715}" type="presParOf" srcId="{59840604-B029-45A2-A885-DFA5BD0DA677}" destId="{462E94C9-C797-41D3-8ECB-4C681687A126}" srcOrd="8" destOrd="0" presId="urn:microsoft.com/office/officeart/2005/8/layout/list1"/>
    <dgm:cxn modelId="{7E20B8A6-A80B-46FC-9B36-741B4B348044}" type="presParOf" srcId="{462E94C9-C797-41D3-8ECB-4C681687A126}" destId="{582A2DE1-3135-43DF-BE07-D5B2827F2640}" srcOrd="0" destOrd="0" presId="urn:microsoft.com/office/officeart/2005/8/layout/list1"/>
    <dgm:cxn modelId="{915C2C34-E96F-4A0D-999D-836A74269565}" type="presParOf" srcId="{462E94C9-C797-41D3-8ECB-4C681687A126}" destId="{897678F1-1CB0-4032-904F-E35CB961FBD0}" srcOrd="1" destOrd="0" presId="urn:microsoft.com/office/officeart/2005/8/layout/list1"/>
    <dgm:cxn modelId="{F86D0A8C-D7B3-459C-984C-78AC297510ED}" type="presParOf" srcId="{59840604-B029-45A2-A885-DFA5BD0DA677}" destId="{5ACCF8F7-CB97-4512-9C44-E09F1B11B4D6}" srcOrd="9" destOrd="0" presId="urn:microsoft.com/office/officeart/2005/8/layout/list1"/>
    <dgm:cxn modelId="{190E1B06-8FAF-4F5E-BECC-60D78DB9DE6B}" type="presParOf" srcId="{59840604-B029-45A2-A885-DFA5BD0DA677}" destId="{01246180-0013-4D69-990A-58C56BE4BAC7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36C581-97B0-4814-A8E7-107677BCB9C4}">
      <dsp:nvSpPr>
        <dsp:cNvPr id="0" name=""/>
        <dsp:cNvSpPr/>
      </dsp:nvSpPr>
      <dsp:spPr>
        <a:xfrm>
          <a:off x="0" y="635553"/>
          <a:ext cx="8128000" cy="103320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B2D690-F0F1-4442-B513-9F00581E507B}">
      <dsp:nvSpPr>
        <dsp:cNvPr id="0" name=""/>
        <dsp:cNvSpPr/>
      </dsp:nvSpPr>
      <dsp:spPr>
        <a:xfrm>
          <a:off x="406400" y="30393"/>
          <a:ext cx="5689600" cy="12103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 dirty="0"/>
            <a:t>入学两年，仍然迷茫</a:t>
          </a:r>
        </a:p>
      </dsp:txBody>
      <dsp:txXfrm>
        <a:off x="465483" y="89476"/>
        <a:ext cx="5571434" cy="1092154"/>
      </dsp:txXfrm>
    </dsp:sp>
    <dsp:sp modelId="{6AA5D579-3625-479B-B298-EE8DF410FA44}">
      <dsp:nvSpPr>
        <dsp:cNvPr id="0" name=""/>
        <dsp:cNvSpPr/>
      </dsp:nvSpPr>
      <dsp:spPr>
        <a:xfrm>
          <a:off x="0" y="2495313"/>
          <a:ext cx="8128000" cy="103320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29513E-98D6-4044-8D43-8AE6CF15FC91}">
      <dsp:nvSpPr>
        <dsp:cNvPr id="0" name=""/>
        <dsp:cNvSpPr/>
      </dsp:nvSpPr>
      <dsp:spPr>
        <a:xfrm>
          <a:off x="406400" y="1890153"/>
          <a:ext cx="5689600" cy="12103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 dirty="0"/>
            <a:t>去年暑假，收获很大</a:t>
          </a:r>
        </a:p>
      </dsp:txBody>
      <dsp:txXfrm>
        <a:off x="465483" y="1949236"/>
        <a:ext cx="5571434" cy="1092154"/>
      </dsp:txXfrm>
    </dsp:sp>
    <dsp:sp modelId="{01246180-0013-4D69-990A-58C56BE4BAC7}">
      <dsp:nvSpPr>
        <dsp:cNvPr id="0" name=""/>
        <dsp:cNvSpPr/>
      </dsp:nvSpPr>
      <dsp:spPr>
        <a:xfrm>
          <a:off x="0" y="4355073"/>
          <a:ext cx="8128000" cy="103320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7678F1-1CB0-4032-904F-E35CB961FBD0}">
      <dsp:nvSpPr>
        <dsp:cNvPr id="0" name=""/>
        <dsp:cNvSpPr/>
      </dsp:nvSpPr>
      <dsp:spPr>
        <a:xfrm>
          <a:off x="406400" y="3749913"/>
          <a:ext cx="5689600" cy="12103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 dirty="0"/>
            <a:t>有了一个大概的主线</a:t>
          </a:r>
        </a:p>
      </dsp:txBody>
      <dsp:txXfrm>
        <a:off x="465483" y="3808996"/>
        <a:ext cx="5571434" cy="10921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27F4D4-CC08-4AD7-846C-B99E0F3DCBC5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ED74D0-5240-4B9C-8CD3-240CE3EDFD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8822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1" name="副标题 9800"/>
          <p:cNvSpPr>
            <a:spLocks noGrp="1"/>
          </p:cNvSpPr>
          <p:nvPr>
            <p:ph type="subTitle" idx="1"/>
          </p:nvPr>
        </p:nvSpPr>
        <p:spPr>
          <a:xfrm>
            <a:off x="2168246" y="2101261"/>
            <a:ext cx="7855511" cy="558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9802" name="标题 9801"/>
          <p:cNvSpPr>
            <a:spLocks noGrp="1"/>
          </p:cNvSpPr>
          <p:nvPr>
            <p:ph type="ctrTitle"/>
          </p:nvPr>
        </p:nvSpPr>
        <p:spPr>
          <a:xfrm>
            <a:off x="2168246" y="1402670"/>
            <a:ext cx="7855511" cy="698591"/>
          </a:xfrm>
        </p:spPr>
        <p:txBody>
          <a:bodyPr anchor="ctr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2168246" y="3602041"/>
            <a:ext cx="7855511" cy="558799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lang="en-US" altLang="zh-CN" sz="2000" b="0" kern="1200" dirty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342883" indent="0">
              <a:buNone/>
              <a:defRPr/>
            </a:lvl2pPr>
            <a:lvl3pPr marL="685765" indent="0">
              <a:buNone/>
              <a:defRPr/>
            </a:lvl3pPr>
            <a:lvl4pPr marL="1028648" indent="0">
              <a:buNone/>
              <a:defRPr/>
            </a:lvl4pPr>
            <a:lvl5pPr marL="1371532" indent="0">
              <a:buNone/>
              <a:defRPr/>
            </a:lvl5pPr>
          </a:lstStyle>
          <a:p>
            <a:pPr marL="0" lvl="0" indent="0" algn="ctr" defTabSz="685766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en-US" altLang="zh-CN" dirty="0"/>
              <a:t>Signature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2168246" y="4160840"/>
            <a:ext cx="7855511" cy="558799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+mj-ea"/>
                <a:ea typeface="+mj-ea"/>
              </a:defRPr>
            </a:lvl1pPr>
            <a:lvl2pPr marL="342883" indent="0">
              <a:buNone/>
              <a:defRPr/>
            </a:lvl2pPr>
            <a:lvl3pPr marL="685765" indent="0">
              <a:buNone/>
              <a:defRPr/>
            </a:lvl3pPr>
            <a:lvl4pPr marL="1028648" indent="0">
              <a:buNone/>
              <a:defRPr/>
            </a:lvl4pPr>
            <a:lvl5pPr marL="1371532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4" name="矩形 3"/>
          <p:cNvSpPr>
            <a:spLocks noChangeAspect="1" noChangeArrowheads="1" noTextEdit="1"/>
          </p:cNvSpPr>
          <p:nvPr/>
        </p:nvSpPr>
        <p:spPr bwMode="auto">
          <a:xfrm>
            <a:off x="1589" y="0"/>
            <a:ext cx="12188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 sz="1350"/>
          </a:p>
        </p:txBody>
      </p:sp>
      <p:grpSp>
        <p:nvGrpSpPr>
          <p:cNvPr id="9938" name="组合 9937"/>
          <p:cNvGrpSpPr/>
          <p:nvPr/>
        </p:nvGrpSpPr>
        <p:grpSpPr>
          <a:xfrm>
            <a:off x="236539" y="2736852"/>
            <a:ext cx="11599863" cy="3910013"/>
            <a:chOff x="236538" y="2736850"/>
            <a:chExt cx="11599863" cy="3910013"/>
          </a:xfrm>
        </p:grpSpPr>
        <p:sp>
          <p:nvSpPr>
            <p:cNvPr id="8" name="任意多边形: 形状 7"/>
            <p:cNvSpPr>
              <a:spLocks/>
            </p:cNvSpPr>
            <p:nvPr/>
          </p:nvSpPr>
          <p:spPr bwMode="auto">
            <a:xfrm>
              <a:off x="7237413" y="5686425"/>
              <a:ext cx="784225" cy="893763"/>
            </a:xfrm>
            <a:custGeom>
              <a:avLst/>
              <a:gdLst>
                <a:gd name="T0" fmla="*/ 62 w 268"/>
                <a:gd name="T1" fmla="*/ 45 h 305"/>
                <a:gd name="T2" fmla="*/ 268 w 268"/>
                <a:gd name="T3" fmla="*/ 109 h 305"/>
                <a:gd name="T4" fmla="*/ 206 w 268"/>
                <a:gd name="T5" fmla="*/ 305 h 305"/>
                <a:gd name="T6" fmla="*/ 0 w 268"/>
                <a:gd name="T7" fmla="*/ 240 h 305"/>
                <a:gd name="T8" fmla="*/ 62 w 268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5">
                  <a:moveTo>
                    <a:pt x="62" y="45"/>
                  </a:moveTo>
                  <a:cubicBezTo>
                    <a:pt x="189" y="0"/>
                    <a:pt x="268" y="109"/>
                    <a:pt x="268" y="109"/>
                  </a:cubicBezTo>
                  <a:cubicBezTo>
                    <a:pt x="206" y="305"/>
                    <a:pt x="206" y="305"/>
                    <a:pt x="206" y="305"/>
                  </a:cubicBezTo>
                  <a:cubicBezTo>
                    <a:pt x="206" y="305"/>
                    <a:pt x="127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solidFill>
              <a:srgbClr val="FFFFFF"/>
            </a:solidFill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" name="任意多边形: 形状 8"/>
            <p:cNvSpPr>
              <a:spLocks/>
            </p:cNvSpPr>
            <p:nvPr/>
          </p:nvSpPr>
          <p:spPr bwMode="auto">
            <a:xfrm>
              <a:off x="6634163" y="5500688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2 w 268"/>
                <a:gd name="T3" fmla="*/ 46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90" y="0"/>
                    <a:pt x="62" y="46"/>
                    <a:pt x="62" y="46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solidFill>
              <a:srgbClr val="FFFFFF"/>
            </a:solidFill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0" name="任意多边形: 形状 9"/>
            <p:cNvSpPr>
              <a:spLocks/>
            </p:cNvSpPr>
            <p:nvPr/>
          </p:nvSpPr>
          <p:spPr bwMode="auto">
            <a:xfrm>
              <a:off x="6991351" y="5478463"/>
              <a:ext cx="157163" cy="136525"/>
            </a:xfrm>
            <a:custGeom>
              <a:avLst/>
              <a:gdLst>
                <a:gd name="T0" fmla="*/ 0 w 99"/>
                <a:gd name="T1" fmla="*/ 73 h 86"/>
                <a:gd name="T2" fmla="*/ 22 w 99"/>
                <a:gd name="T3" fmla="*/ 0 h 86"/>
                <a:gd name="T4" fmla="*/ 53 w 99"/>
                <a:gd name="T5" fmla="*/ 35 h 86"/>
                <a:gd name="T6" fmla="*/ 99 w 99"/>
                <a:gd name="T7" fmla="*/ 24 h 86"/>
                <a:gd name="T8" fmla="*/ 79 w 99"/>
                <a:gd name="T9" fmla="*/ 86 h 86"/>
                <a:gd name="T10" fmla="*/ 0 w 99"/>
                <a:gd name="T11" fmla="*/ 7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9" h="86">
                  <a:moveTo>
                    <a:pt x="0" y="73"/>
                  </a:moveTo>
                  <a:lnTo>
                    <a:pt x="22" y="0"/>
                  </a:lnTo>
                  <a:lnTo>
                    <a:pt x="53" y="35"/>
                  </a:lnTo>
                  <a:lnTo>
                    <a:pt x="99" y="24"/>
                  </a:lnTo>
                  <a:lnTo>
                    <a:pt x="79" y="86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1" name="任意多边形: 形状 10"/>
            <p:cNvSpPr>
              <a:spLocks/>
            </p:cNvSpPr>
            <p:nvPr/>
          </p:nvSpPr>
          <p:spPr bwMode="auto">
            <a:xfrm>
              <a:off x="6991351" y="5478463"/>
              <a:ext cx="157163" cy="136525"/>
            </a:xfrm>
            <a:custGeom>
              <a:avLst/>
              <a:gdLst>
                <a:gd name="T0" fmla="*/ 0 w 99"/>
                <a:gd name="T1" fmla="*/ 73 h 86"/>
                <a:gd name="T2" fmla="*/ 22 w 99"/>
                <a:gd name="T3" fmla="*/ 0 h 86"/>
                <a:gd name="T4" fmla="*/ 53 w 99"/>
                <a:gd name="T5" fmla="*/ 35 h 86"/>
                <a:gd name="T6" fmla="*/ 99 w 99"/>
                <a:gd name="T7" fmla="*/ 24 h 86"/>
                <a:gd name="T8" fmla="*/ 79 w 99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86">
                  <a:moveTo>
                    <a:pt x="0" y="73"/>
                  </a:moveTo>
                  <a:lnTo>
                    <a:pt x="22" y="0"/>
                  </a:lnTo>
                  <a:lnTo>
                    <a:pt x="53" y="35"/>
                  </a:lnTo>
                  <a:lnTo>
                    <a:pt x="99" y="24"/>
                  </a:lnTo>
                  <a:lnTo>
                    <a:pt x="79" y="8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4" name="任意多边形: 形状 13"/>
            <p:cNvSpPr>
              <a:spLocks/>
            </p:cNvSpPr>
            <p:nvPr/>
          </p:nvSpPr>
          <p:spPr bwMode="auto">
            <a:xfrm>
              <a:off x="7032626" y="5492750"/>
              <a:ext cx="157163" cy="134938"/>
            </a:xfrm>
            <a:custGeom>
              <a:avLst/>
              <a:gdLst>
                <a:gd name="T0" fmla="*/ 0 w 99"/>
                <a:gd name="T1" fmla="*/ 72 h 85"/>
                <a:gd name="T2" fmla="*/ 22 w 99"/>
                <a:gd name="T3" fmla="*/ 0 h 85"/>
                <a:gd name="T4" fmla="*/ 53 w 99"/>
                <a:gd name="T5" fmla="*/ 33 h 85"/>
                <a:gd name="T6" fmla="*/ 99 w 99"/>
                <a:gd name="T7" fmla="*/ 24 h 85"/>
                <a:gd name="T8" fmla="*/ 79 w 99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85">
                  <a:moveTo>
                    <a:pt x="0" y="72"/>
                  </a:moveTo>
                  <a:lnTo>
                    <a:pt x="22" y="0"/>
                  </a:lnTo>
                  <a:lnTo>
                    <a:pt x="53" y="33"/>
                  </a:lnTo>
                  <a:lnTo>
                    <a:pt x="99" y="24"/>
                  </a:lnTo>
                  <a:lnTo>
                    <a:pt x="79" y="85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5" name="任意多边形: 形状 14"/>
            <p:cNvSpPr>
              <a:spLocks/>
            </p:cNvSpPr>
            <p:nvPr/>
          </p:nvSpPr>
          <p:spPr bwMode="auto">
            <a:xfrm>
              <a:off x="7207251" y="5735638"/>
              <a:ext cx="782638" cy="893763"/>
            </a:xfrm>
            <a:custGeom>
              <a:avLst/>
              <a:gdLst>
                <a:gd name="T0" fmla="*/ 62 w 267"/>
                <a:gd name="T1" fmla="*/ 45 h 305"/>
                <a:gd name="T2" fmla="*/ 267 w 267"/>
                <a:gd name="T3" fmla="*/ 109 h 305"/>
                <a:gd name="T4" fmla="*/ 205 w 267"/>
                <a:gd name="T5" fmla="*/ 305 h 305"/>
                <a:gd name="T6" fmla="*/ 0 w 267"/>
                <a:gd name="T7" fmla="*/ 240 h 305"/>
                <a:gd name="T8" fmla="*/ 62 w 267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7" h="305">
                  <a:moveTo>
                    <a:pt x="62" y="45"/>
                  </a:moveTo>
                  <a:cubicBezTo>
                    <a:pt x="188" y="0"/>
                    <a:pt x="267" y="109"/>
                    <a:pt x="267" y="109"/>
                  </a:cubicBezTo>
                  <a:cubicBezTo>
                    <a:pt x="205" y="305"/>
                    <a:pt x="205" y="305"/>
                    <a:pt x="205" y="305"/>
                  </a:cubicBezTo>
                  <a:cubicBezTo>
                    <a:pt x="205" y="305"/>
                    <a:pt x="126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6" name="任意多边形: 形状 15"/>
            <p:cNvSpPr>
              <a:spLocks/>
            </p:cNvSpPr>
            <p:nvPr/>
          </p:nvSpPr>
          <p:spPr bwMode="auto">
            <a:xfrm>
              <a:off x="6578601" y="5541963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1 w 268"/>
                <a:gd name="T3" fmla="*/ 45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89" y="0"/>
                    <a:pt x="61" y="45"/>
                    <a:pt x="61" y="45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7" name="任意多边形: 形状 16"/>
            <p:cNvSpPr>
              <a:spLocks/>
            </p:cNvSpPr>
            <p:nvPr/>
          </p:nvSpPr>
          <p:spPr bwMode="auto">
            <a:xfrm>
              <a:off x="7207251" y="6389688"/>
              <a:ext cx="539750" cy="219075"/>
            </a:xfrm>
            <a:custGeom>
              <a:avLst/>
              <a:gdLst>
                <a:gd name="T0" fmla="*/ 184 w 184"/>
                <a:gd name="T1" fmla="*/ 75 h 75"/>
                <a:gd name="T2" fmla="*/ 0 w 184"/>
                <a:gd name="T3" fmla="*/ 34 h 75"/>
                <a:gd name="T4" fmla="*/ 10 w 184"/>
                <a:gd name="T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4" h="75">
                  <a:moveTo>
                    <a:pt x="184" y="75"/>
                  </a:moveTo>
                  <a:cubicBezTo>
                    <a:pt x="153" y="46"/>
                    <a:pt x="88" y="2"/>
                    <a:pt x="0" y="34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" name="任意多边形: 形状 17"/>
            <p:cNvSpPr>
              <a:spLocks/>
            </p:cNvSpPr>
            <p:nvPr/>
          </p:nvSpPr>
          <p:spPr bwMode="auto">
            <a:xfrm>
              <a:off x="6691313" y="6265863"/>
              <a:ext cx="546100" cy="222250"/>
            </a:xfrm>
            <a:custGeom>
              <a:avLst/>
              <a:gdLst>
                <a:gd name="T0" fmla="*/ 0 w 186"/>
                <a:gd name="T1" fmla="*/ 6 h 76"/>
                <a:gd name="T2" fmla="*/ 176 w 186"/>
                <a:gd name="T3" fmla="*/ 76 h 76"/>
                <a:gd name="T4" fmla="*/ 186 w 186"/>
                <a:gd name="T5" fmla="*/ 4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6" h="76">
                  <a:moveTo>
                    <a:pt x="0" y="6"/>
                  </a:moveTo>
                  <a:cubicBezTo>
                    <a:pt x="43" y="0"/>
                    <a:pt x="121" y="0"/>
                    <a:pt x="176" y="76"/>
                  </a:cubicBezTo>
                  <a:cubicBezTo>
                    <a:pt x="186" y="42"/>
                    <a:pt x="186" y="42"/>
                    <a:pt x="186" y="42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" name="任意多边形: 形状 18"/>
            <p:cNvSpPr>
              <a:spLocks/>
            </p:cNvSpPr>
            <p:nvPr/>
          </p:nvSpPr>
          <p:spPr bwMode="auto">
            <a:xfrm>
              <a:off x="7397751" y="6099175"/>
              <a:ext cx="411163" cy="219075"/>
            </a:xfrm>
            <a:custGeom>
              <a:avLst/>
              <a:gdLst>
                <a:gd name="T0" fmla="*/ 140 w 140"/>
                <a:gd name="T1" fmla="*/ 75 h 75"/>
                <a:gd name="T2" fmla="*/ 0 w 140"/>
                <a:gd name="T3" fmla="*/ 3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5">
                  <a:moveTo>
                    <a:pt x="140" y="75"/>
                  </a:moveTo>
                  <a:cubicBezTo>
                    <a:pt x="140" y="75"/>
                    <a:pt x="86" y="0"/>
                    <a:pt x="0" y="31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" name="任意多边形: 形状 19"/>
            <p:cNvSpPr>
              <a:spLocks/>
            </p:cNvSpPr>
            <p:nvPr/>
          </p:nvSpPr>
          <p:spPr bwMode="auto">
            <a:xfrm>
              <a:off x="7462838" y="5899150"/>
              <a:ext cx="409575" cy="217488"/>
            </a:xfrm>
            <a:custGeom>
              <a:avLst/>
              <a:gdLst>
                <a:gd name="T0" fmla="*/ 140 w 140"/>
                <a:gd name="T1" fmla="*/ 74 h 74"/>
                <a:gd name="T2" fmla="*/ 0 w 140"/>
                <a:gd name="T3" fmla="*/ 3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4">
                  <a:moveTo>
                    <a:pt x="140" y="74"/>
                  </a:moveTo>
                  <a:cubicBezTo>
                    <a:pt x="140" y="74"/>
                    <a:pt x="86" y="0"/>
                    <a:pt x="0" y="30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" name="任意多边形: 形状 20"/>
            <p:cNvSpPr>
              <a:spLocks/>
            </p:cNvSpPr>
            <p:nvPr/>
          </p:nvSpPr>
          <p:spPr bwMode="auto">
            <a:xfrm>
              <a:off x="7237413" y="5686425"/>
              <a:ext cx="784225" cy="893763"/>
            </a:xfrm>
            <a:custGeom>
              <a:avLst/>
              <a:gdLst>
                <a:gd name="T0" fmla="*/ 62 w 268"/>
                <a:gd name="T1" fmla="*/ 45 h 305"/>
                <a:gd name="T2" fmla="*/ 268 w 268"/>
                <a:gd name="T3" fmla="*/ 109 h 305"/>
                <a:gd name="T4" fmla="*/ 206 w 268"/>
                <a:gd name="T5" fmla="*/ 305 h 305"/>
                <a:gd name="T6" fmla="*/ 0 w 268"/>
                <a:gd name="T7" fmla="*/ 240 h 305"/>
                <a:gd name="T8" fmla="*/ 62 w 268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5">
                  <a:moveTo>
                    <a:pt x="62" y="45"/>
                  </a:moveTo>
                  <a:cubicBezTo>
                    <a:pt x="189" y="0"/>
                    <a:pt x="268" y="109"/>
                    <a:pt x="268" y="109"/>
                  </a:cubicBezTo>
                  <a:cubicBezTo>
                    <a:pt x="206" y="305"/>
                    <a:pt x="206" y="305"/>
                    <a:pt x="206" y="305"/>
                  </a:cubicBezTo>
                  <a:cubicBezTo>
                    <a:pt x="206" y="305"/>
                    <a:pt x="127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" name="任意多边形: 形状 21"/>
            <p:cNvSpPr>
              <a:spLocks/>
            </p:cNvSpPr>
            <p:nvPr/>
          </p:nvSpPr>
          <p:spPr bwMode="auto">
            <a:xfrm>
              <a:off x="6634163" y="5500688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2 w 268"/>
                <a:gd name="T3" fmla="*/ 46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90" y="0"/>
                    <a:pt x="62" y="46"/>
                    <a:pt x="62" y="46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" name="任意多边形: 形状 22"/>
            <p:cNvSpPr>
              <a:spLocks/>
            </p:cNvSpPr>
            <p:nvPr/>
          </p:nvSpPr>
          <p:spPr bwMode="auto">
            <a:xfrm>
              <a:off x="6808788" y="5919788"/>
              <a:ext cx="412750" cy="214313"/>
            </a:xfrm>
            <a:custGeom>
              <a:avLst/>
              <a:gdLst>
                <a:gd name="T0" fmla="*/ 0 w 141"/>
                <a:gd name="T1" fmla="*/ 31 h 73"/>
                <a:gd name="T2" fmla="*/ 141 w 141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1" h="73">
                  <a:moveTo>
                    <a:pt x="0" y="31"/>
                  </a:moveTo>
                  <a:cubicBezTo>
                    <a:pt x="0" y="31"/>
                    <a:pt x="88" y="0"/>
                    <a:pt x="141" y="73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" name="任意多边形: 形状 23"/>
            <p:cNvSpPr>
              <a:spLocks/>
            </p:cNvSpPr>
            <p:nvPr/>
          </p:nvSpPr>
          <p:spPr bwMode="auto">
            <a:xfrm>
              <a:off x="6873876" y="5718175"/>
              <a:ext cx="409575" cy="217488"/>
            </a:xfrm>
            <a:custGeom>
              <a:avLst/>
              <a:gdLst>
                <a:gd name="T0" fmla="*/ 0 w 140"/>
                <a:gd name="T1" fmla="*/ 31 h 74"/>
                <a:gd name="T2" fmla="*/ 140 w 140"/>
                <a:gd name="T3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4">
                  <a:moveTo>
                    <a:pt x="0" y="31"/>
                  </a:moveTo>
                  <a:cubicBezTo>
                    <a:pt x="0" y="31"/>
                    <a:pt x="87" y="0"/>
                    <a:pt x="140" y="74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" name="任意多边形: 形状 24"/>
            <p:cNvSpPr>
              <a:spLocks/>
            </p:cNvSpPr>
            <p:nvPr/>
          </p:nvSpPr>
          <p:spPr bwMode="auto">
            <a:xfrm>
              <a:off x="3586163" y="5573713"/>
              <a:ext cx="519113" cy="231775"/>
            </a:xfrm>
            <a:custGeom>
              <a:avLst/>
              <a:gdLst>
                <a:gd name="T0" fmla="*/ 0 w 327"/>
                <a:gd name="T1" fmla="*/ 60 h 146"/>
                <a:gd name="T2" fmla="*/ 310 w 327"/>
                <a:gd name="T3" fmla="*/ 146 h 146"/>
                <a:gd name="T4" fmla="*/ 327 w 327"/>
                <a:gd name="T5" fmla="*/ 87 h 146"/>
                <a:gd name="T6" fmla="*/ 19 w 327"/>
                <a:gd name="T7" fmla="*/ 0 h 146"/>
                <a:gd name="T8" fmla="*/ 0 w 327"/>
                <a:gd name="T9" fmla="*/ 6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6">
                  <a:moveTo>
                    <a:pt x="0" y="60"/>
                  </a:moveTo>
                  <a:lnTo>
                    <a:pt x="310" y="146"/>
                  </a:lnTo>
                  <a:lnTo>
                    <a:pt x="327" y="87"/>
                  </a:lnTo>
                  <a:lnTo>
                    <a:pt x="19" y="0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" name="任意多边形: 形状 25"/>
            <p:cNvSpPr>
              <a:spLocks/>
            </p:cNvSpPr>
            <p:nvPr/>
          </p:nvSpPr>
          <p:spPr bwMode="auto">
            <a:xfrm>
              <a:off x="3422651" y="5680075"/>
              <a:ext cx="612775" cy="903288"/>
            </a:xfrm>
            <a:custGeom>
              <a:avLst/>
              <a:gdLst>
                <a:gd name="T0" fmla="*/ 60 w 209"/>
                <a:gd name="T1" fmla="*/ 297 h 308"/>
                <a:gd name="T2" fmla="*/ 60 w 209"/>
                <a:gd name="T3" fmla="*/ 297 h 308"/>
                <a:gd name="T4" fmla="*/ 149 w 209"/>
                <a:gd name="T5" fmla="*/ 248 h 308"/>
                <a:gd name="T6" fmla="*/ 209 w 209"/>
                <a:gd name="T7" fmla="*/ 39 h 308"/>
                <a:gd name="T8" fmla="*/ 71 w 209"/>
                <a:gd name="T9" fmla="*/ 0 h 308"/>
                <a:gd name="T10" fmla="*/ 11 w 209"/>
                <a:gd name="T11" fmla="*/ 210 h 308"/>
                <a:gd name="T12" fmla="*/ 60 w 209"/>
                <a:gd name="T13" fmla="*/ 29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9" h="308">
                  <a:moveTo>
                    <a:pt x="60" y="297"/>
                  </a:moveTo>
                  <a:cubicBezTo>
                    <a:pt x="60" y="297"/>
                    <a:pt x="60" y="297"/>
                    <a:pt x="60" y="297"/>
                  </a:cubicBezTo>
                  <a:cubicBezTo>
                    <a:pt x="98" y="308"/>
                    <a:pt x="138" y="286"/>
                    <a:pt x="149" y="248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11" y="210"/>
                    <a:pt x="11" y="210"/>
                    <a:pt x="11" y="210"/>
                  </a:cubicBezTo>
                  <a:cubicBezTo>
                    <a:pt x="0" y="247"/>
                    <a:pt x="22" y="286"/>
                    <a:pt x="60" y="2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" name="任意多边形: 形状 26"/>
            <p:cNvSpPr>
              <a:spLocks/>
            </p:cNvSpPr>
            <p:nvPr/>
          </p:nvSpPr>
          <p:spPr bwMode="auto">
            <a:xfrm>
              <a:off x="3543301" y="5683250"/>
              <a:ext cx="427038" cy="412750"/>
            </a:xfrm>
            <a:custGeom>
              <a:avLst/>
              <a:gdLst>
                <a:gd name="T0" fmla="*/ 116 w 146"/>
                <a:gd name="T1" fmla="*/ 137 h 141"/>
                <a:gd name="T2" fmla="*/ 92 w 146"/>
                <a:gd name="T3" fmla="*/ 135 h 141"/>
                <a:gd name="T4" fmla="*/ 56 w 146"/>
                <a:gd name="T5" fmla="*/ 138 h 141"/>
                <a:gd name="T6" fmla="*/ 29 w 146"/>
                <a:gd name="T7" fmla="*/ 121 h 141"/>
                <a:gd name="T8" fmla="*/ 0 w 146"/>
                <a:gd name="T9" fmla="*/ 110 h 141"/>
                <a:gd name="T10" fmla="*/ 32 w 146"/>
                <a:gd name="T11" fmla="*/ 0 h 141"/>
                <a:gd name="T12" fmla="*/ 146 w 146"/>
                <a:gd name="T13" fmla="*/ 32 h 141"/>
                <a:gd name="T14" fmla="*/ 117 w 146"/>
                <a:gd name="T15" fmla="*/ 13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6" h="141">
                  <a:moveTo>
                    <a:pt x="116" y="137"/>
                  </a:moveTo>
                  <a:cubicBezTo>
                    <a:pt x="108" y="135"/>
                    <a:pt x="101" y="134"/>
                    <a:pt x="92" y="135"/>
                  </a:cubicBezTo>
                  <a:cubicBezTo>
                    <a:pt x="80" y="136"/>
                    <a:pt x="68" y="141"/>
                    <a:pt x="56" y="138"/>
                  </a:cubicBezTo>
                  <a:cubicBezTo>
                    <a:pt x="46" y="135"/>
                    <a:pt x="38" y="127"/>
                    <a:pt x="29" y="121"/>
                  </a:cubicBezTo>
                  <a:cubicBezTo>
                    <a:pt x="21" y="114"/>
                    <a:pt x="11" y="108"/>
                    <a:pt x="0" y="11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146" y="32"/>
                    <a:pt x="146" y="32"/>
                    <a:pt x="146" y="32"/>
                  </a:cubicBezTo>
                  <a:cubicBezTo>
                    <a:pt x="117" y="132"/>
                    <a:pt x="117" y="132"/>
                    <a:pt x="117" y="132"/>
                  </a:cubicBezTo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" name="任意多边形: 形状 27"/>
            <p:cNvSpPr>
              <a:spLocks/>
            </p:cNvSpPr>
            <p:nvPr/>
          </p:nvSpPr>
          <p:spPr bwMode="auto">
            <a:xfrm>
              <a:off x="3568701" y="6051550"/>
              <a:ext cx="114300" cy="112713"/>
            </a:xfrm>
            <a:custGeom>
              <a:avLst/>
              <a:gdLst>
                <a:gd name="T0" fmla="*/ 3 w 39"/>
                <a:gd name="T1" fmla="*/ 14 h 38"/>
                <a:gd name="T2" fmla="*/ 15 w 39"/>
                <a:gd name="T3" fmla="*/ 35 h 38"/>
                <a:gd name="T4" fmla="*/ 36 w 39"/>
                <a:gd name="T5" fmla="*/ 24 h 38"/>
                <a:gd name="T6" fmla="*/ 24 w 39"/>
                <a:gd name="T7" fmla="*/ 2 h 38"/>
                <a:gd name="T8" fmla="*/ 3 w 39"/>
                <a:gd name="T9" fmla="*/ 1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38">
                  <a:moveTo>
                    <a:pt x="3" y="14"/>
                  </a:moveTo>
                  <a:cubicBezTo>
                    <a:pt x="0" y="23"/>
                    <a:pt x="5" y="33"/>
                    <a:pt x="15" y="35"/>
                  </a:cubicBezTo>
                  <a:cubicBezTo>
                    <a:pt x="24" y="38"/>
                    <a:pt x="34" y="33"/>
                    <a:pt x="36" y="24"/>
                  </a:cubicBezTo>
                  <a:cubicBezTo>
                    <a:pt x="39" y="14"/>
                    <a:pt x="34" y="5"/>
                    <a:pt x="24" y="2"/>
                  </a:cubicBezTo>
                  <a:cubicBezTo>
                    <a:pt x="15" y="0"/>
                    <a:pt x="5" y="5"/>
                    <a:pt x="3" y="14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" name="任意多边形: 形状 28"/>
            <p:cNvSpPr>
              <a:spLocks/>
            </p:cNvSpPr>
            <p:nvPr/>
          </p:nvSpPr>
          <p:spPr bwMode="auto">
            <a:xfrm>
              <a:off x="3484563" y="6257925"/>
              <a:ext cx="93663" cy="90488"/>
            </a:xfrm>
            <a:custGeom>
              <a:avLst/>
              <a:gdLst>
                <a:gd name="T0" fmla="*/ 2 w 32"/>
                <a:gd name="T1" fmla="*/ 11 h 31"/>
                <a:gd name="T2" fmla="*/ 12 w 32"/>
                <a:gd name="T3" fmla="*/ 29 h 31"/>
                <a:gd name="T4" fmla="*/ 30 w 32"/>
                <a:gd name="T5" fmla="*/ 19 h 31"/>
                <a:gd name="T6" fmla="*/ 20 w 32"/>
                <a:gd name="T7" fmla="*/ 2 h 31"/>
                <a:gd name="T8" fmla="*/ 2 w 32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1">
                  <a:moveTo>
                    <a:pt x="2" y="11"/>
                  </a:moveTo>
                  <a:cubicBezTo>
                    <a:pt x="0" y="19"/>
                    <a:pt x="5" y="27"/>
                    <a:pt x="12" y="29"/>
                  </a:cubicBezTo>
                  <a:cubicBezTo>
                    <a:pt x="20" y="31"/>
                    <a:pt x="28" y="26"/>
                    <a:pt x="30" y="19"/>
                  </a:cubicBezTo>
                  <a:cubicBezTo>
                    <a:pt x="32" y="12"/>
                    <a:pt x="27" y="4"/>
                    <a:pt x="20" y="2"/>
                  </a:cubicBezTo>
                  <a:cubicBezTo>
                    <a:pt x="12" y="0"/>
                    <a:pt x="5" y="4"/>
                    <a:pt x="2" y="11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" name="任意多边形: 形状 29"/>
            <p:cNvSpPr>
              <a:spLocks/>
            </p:cNvSpPr>
            <p:nvPr/>
          </p:nvSpPr>
          <p:spPr bwMode="auto">
            <a:xfrm>
              <a:off x="3675063" y="6216650"/>
              <a:ext cx="166688" cy="163513"/>
            </a:xfrm>
            <a:custGeom>
              <a:avLst/>
              <a:gdLst>
                <a:gd name="T0" fmla="*/ 4 w 57"/>
                <a:gd name="T1" fmla="*/ 21 h 56"/>
                <a:gd name="T2" fmla="*/ 21 w 57"/>
                <a:gd name="T3" fmla="*/ 53 h 56"/>
                <a:gd name="T4" fmla="*/ 53 w 57"/>
                <a:gd name="T5" fmla="*/ 35 h 56"/>
                <a:gd name="T6" fmla="*/ 35 w 57"/>
                <a:gd name="T7" fmla="*/ 4 h 56"/>
                <a:gd name="T8" fmla="*/ 4 w 57"/>
                <a:gd name="T9" fmla="*/ 21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56">
                  <a:moveTo>
                    <a:pt x="4" y="21"/>
                  </a:moveTo>
                  <a:cubicBezTo>
                    <a:pt x="0" y="35"/>
                    <a:pt x="8" y="49"/>
                    <a:pt x="21" y="53"/>
                  </a:cubicBezTo>
                  <a:cubicBezTo>
                    <a:pt x="35" y="56"/>
                    <a:pt x="49" y="49"/>
                    <a:pt x="53" y="35"/>
                  </a:cubicBezTo>
                  <a:cubicBezTo>
                    <a:pt x="57" y="22"/>
                    <a:pt x="49" y="8"/>
                    <a:pt x="35" y="4"/>
                  </a:cubicBezTo>
                  <a:cubicBezTo>
                    <a:pt x="22" y="0"/>
                    <a:pt x="8" y="8"/>
                    <a:pt x="4" y="21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" name="任意多边形: 形状 30"/>
            <p:cNvSpPr>
              <a:spLocks/>
            </p:cNvSpPr>
            <p:nvPr/>
          </p:nvSpPr>
          <p:spPr bwMode="auto">
            <a:xfrm>
              <a:off x="3422651" y="5680075"/>
              <a:ext cx="612775" cy="903288"/>
            </a:xfrm>
            <a:custGeom>
              <a:avLst/>
              <a:gdLst>
                <a:gd name="T0" fmla="*/ 60 w 209"/>
                <a:gd name="T1" fmla="*/ 297 h 308"/>
                <a:gd name="T2" fmla="*/ 60 w 209"/>
                <a:gd name="T3" fmla="*/ 297 h 308"/>
                <a:gd name="T4" fmla="*/ 149 w 209"/>
                <a:gd name="T5" fmla="*/ 248 h 308"/>
                <a:gd name="T6" fmla="*/ 209 w 209"/>
                <a:gd name="T7" fmla="*/ 39 h 308"/>
                <a:gd name="T8" fmla="*/ 71 w 209"/>
                <a:gd name="T9" fmla="*/ 0 h 308"/>
                <a:gd name="T10" fmla="*/ 11 w 209"/>
                <a:gd name="T11" fmla="*/ 210 h 308"/>
                <a:gd name="T12" fmla="*/ 60 w 209"/>
                <a:gd name="T13" fmla="*/ 29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9" h="308">
                  <a:moveTo>
                    <a:pt x="60" y="297"/>
                  </a:moveTo>
                  <a:cubicBezTo>
                    <a:pt x="60" y="297"/>
                    <a:pt x="60" y="297"/>
                    <a:pt x="60" y="297"/>
                  </a:cubicBezTo>
                  <a:cubicBezTo>
                    <a:pt x="98" y="308"/>
                    <a:pt x="138" y="286"/>
                    <a:pt x="149" y="248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11" y="210"/>
                    <a:pt x="11" y="210"/>
                    <a:pt x="11" y="210"/>
                  </a:cubicBezTo>
                  <a:cubicBezTo>
                    <a:pt x="0" y="247"/>
                    <a:pt x="22" y="286"/>
                    <a:pt x="60" y="297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2" name="任意多边形: 形状 9791"/>
            <p:cNvSpPr>
              <a:spLocks/>
            </p:cNvSpPr>
            <p:nvPr/>
          </p:nvSpPr>
          <p:spPr bwMode="auto">
            <a:xfrm>
              <a:off x="3551238" y="5534025"/>
              <a:ext cx="519113" cy="230188"/>
            </a:xfrm>
            <a:custGeom>
              <a:avLst/>
              <a:gdLst>
                <a:gd name="T0" fmla="*/ 0 w 327"/>
                <a:gd name="T1" fmla="*/ 59 h 145"/>
                <a:gd name="T2" fmla="*/ 310 w 327"/>
                <a:gd name="T3" fmla="*/ 145 h 145"/>
                <a:gd name="T4" fmla="*/ 327 w 327"/>
                <a:gd name="T5" fmla="*/ 86 h 145"/>
                <a:gd name="T6" fmla="*/ 19 w 327"/>
                <a:gd name="T7" fmla="*/ 0 h 145"/>
                <a:gd name="T8" fmla="*/ 0 w 327"/>
                <a:gd name="T9" fmla="*/ 59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5">
                  <a:moveTo>
                    <a:pt x="0" y="59"/>
                  </a:moveTo>
                  <a:lnTo>
                    <a:pt x="310" y="145"/>
                  </a:lnTo>
                  <a:lnTo>
                    <a:pt x="327" y="86"/>
                  </a:lnTo>
                  <a:lnTo>
                    <a:pt x="19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3" name="任意多边形: 形状 9792"/>
            <p:cNvSpPr>
              <a:spLocks/>
            </p:cNvSpPr>
            <p:nvPr/>
          </p:nvSpPr>
          <p:spPr bwMode="auto">
            <a:xfrm>
              <a:off x="3586163" y="5573713"/>
              <a:ext cx="519113" cy="231775"/>
            </a:xfrm>
            <a:custGeom>
              <a:avLst/>
              <a:gdLst>
                <a:gd name="T0" fmla="*/ 0 w 327"/>
                <a:gd name="T1" fmla="*/ 60 h 146"/>
                <a:gd name="T2" fmla="*/ 310 w 327"/>
                <a:gd name="T3" fmla="*/ 146 h 146"/>
                <a:gd name="T4" fmla="*/ 327 w 327"/>
                <a:gd name="T5" fmla="*/ 87 h 146"/>
                <a:gd name="T6" fmla="*/ 19 w 327"/>
                <a:gd name="T7" fmla="*/ 0 h 146"/>
                <a:gd name="T8" fmla="*/ 0 w 327"/>
                <a:gd name="T9" fmla="*/ 6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6">
                  <a:moveTo>
                    <a:pt x="0" y="60"/>
                  </a:moveTo>
                  <a:lnTo>
                    <a:pt x="310" y="146"/>
                  </a:lnTo>
                  <a:lnTo>
                    <a:pt x="327" y="87"/>
                  </a:lnTo>
                  <a:lnTo>
                    <a:pt x="19" y="0"/>
                  </a:lnTo>
                  <a:lnTo>
                    <a:pt x="0" y="60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4" name="任意多边形: 形状 9793"/>
            <p:cNvSpPr>
              <a:spLocks/>
            </p:cNvSpPr>
            <p:nvPr/>
          </p:nvSpPr>
          <p:spPr bwMode="auto">
            <a:xfrm>
              <a:off x="3543301" y="5999163"/>
              <a:ext cx="392113" cy="117475"/>
            </a:xfrm>
            <a:custGeom>
              <a:avLst/>
              <a:gdLst>
                <a:gd name="T0" fmla="*/ 134 w 134"/>
                <a:gd name="T1" fmla="*/ 40 h 40"/>
                <a:gd name="T2" fmla="*/ 92 w 134"/>
                <a:gd name="T3" fmla="*/ 27 h 40"/>
                <a:gd name="T4" fmla="*/ 56 w 134"/>
                <a:gd name="T5" fmla="*/ 30 h 40"/>
                <a:gd name="T6" fmla="*/ 29 w 134"/>
                <a:gd name="T7" fmla="*/ 13 h 40"/>
                <a:gd name="T8" fmla="*/ 0 w 134"/>
                <a:gd name="T9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4" h="40">
                  <a:moveTo>
                    <a:pt x="134" y="40"/>
                  </a:moveTo>
                  <a:cubicBezTo>
                    <a:pt x="122" y="30"/>
                    <a:pt x="108" y="25"/>
                    <a:pt x="92" y="27"/>
                  </a:cubicBezTo>
                  <a:cubicBezTo>
                    <a:pt x="80" y="28"/>
                    <a:pt x="68" y="33"/>
                    <a:pt x="56" y="30"/>
                  </a:cubicBezTo>
                  <a:cubicBezTo>
                    <a:pt x="46" y="27"/>
                    <a:pt x="38" y="19"/>
                    <a:pt x="29" y="13"/>
                  </a:cubicBezTo>
                  <a:cubicBezTo>
                    <a:pt x="21" y="6"/>
                    <a:pt x="11" y="0"/>
                    <a:pt x="0" y="2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5" name="任意多边形: 形状 9794"/>
            <p:cNvSpPr>
              <a:spLocks/>
            </p:cNvSpPr>
            <p:nvPr/>
          </p:nvSpPr>
          <p:spPr bwMode="auto">
            <a:xfrm>
              <a:off x="3606801" y="6078538"/>
              <a:ext cx="117475" cy="111125"/>
            </a:xfrm>
            <a:custGeom>
              <a:avLst/>
              <a:gdLst>
                <a:gd name="T0" fmla="*/ 3 w 40"/>
                <a:gd name="T1" fmla="*/ 14 h 38"/>
                <a:gd name="T2" fmla="*/ 15 w 40"/>
                <a:gd name="T3" fmla="*/ 36 h 38"/>
                <a:gd name="T4" fmla="*/ 37 w 40"/>
                <a:gd name="T5" fmla="*/ 24 h 38"/>
                <a:gd name="T6" fmla="*/ 25 w 40"/>
                <a:gd name="T7" fmla="*/ 2 h 38"/>
                <a:gd name="T8" fmla="*/ 3 w 40"/>
                <a:gd name="T9" fmla="*/ 1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38">
                  <a:moveTo>
                    <a:pt x="3" y="14"/>
                  </a:moveTo>
                  <a:cubicBezTo>
                    <a:pt x="0" y="23"/>
                    <a:pt x="6" y="33"/>
                    <a:pt x="15" y="36"/>
                  </a:cubicBezTo>
                  <a:cubicBezTo>
                    <a:pt x="24" y="38"/>
                    <a:pt x="34" y="33"/>
                    <a:pt x="37" y="24"/>
                  </a:cubicBezTo>
                  <a:cubicBezTo>
                    <a:pt x="40" y="14"/>
                    <a:pt x="34" y="5"/>
                    <a:pt x="25" y="2"/>
                  </a:cubicBezTo>
                  <a:cubicBezTo>
                    <a:pt x="15" y="0"/>
                    <a:pt x="6" y="5"/>
                    <a:pt x="3" y="14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6" name="任意多边形: 形状 9795"/>
            <p:cNvSpPr>
              <a:spLocks/>
            </p:cNvSpPr>
            <p:nvPr/>
          </p:nvSpPr>
          <p:spPr bwMode="auto">
            <a:xfrm>
              <a:off x="3525838" y="6283325"/>
              <a:ext cx="90488" cy="90488"/>
            </a:xfrm>
            <a:custGeom>
              <a:avLst/>
              <a:gdLst>
                <a:gd name="T0" fmla="*/ 2 w 31"/>
                <a:gd name="T1" fmla="*/ 11 h 31"/>
                <a:gd name="T2" fmla="*/ 12 w 31"/>
                <a:gd name="T3" fmla="*/ 29 h 31"/>
                <a:gd name="T4" fmla="*/ 29 w 31"/>
                <a:gd name="T5" fmla="*/ 19 h 31"/>
                <a:gd name="T6" fmla="*/ 19 w 31"/>
                <a:gd name="T7" fmla="*/ 2 h 31"/>
                <a:gd name="T8" fmla="*/ 2 w 31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1">
                  <a:moveTo>
                    <a:pt x="2" y="11"/>
                  </a:moveTo>
                  <a:cubicBezTo>
                    <a:pt x="0" y="19"/>
                    <a:pt x="4" y="27"/>
                    <a:pt x="12" y="29"/>
                  </a:cubicBezTo>
                  <a:cubicBezTo>
                    <a:pt x="19" y="31"/>
                    <a:pt x="27" y="27"/>
                    <a:pt x="29" y="19"/>
                  </a:cubicBezTo>
                  <a:cubicBezTo>
                    <a:pt x="31" y="12"/>
                    <a:pt x="27" y="4"/>
                    <a:pt x="19" y="2"/>
                  </a:cubicBezTo>
                  <a:cubicBezTo>
                    <a:pt x="12" y="0"/>
                    <a:pt x="4" y="4"/>
                    <a:pt x="2" y="11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7" name="任意多边形: 形状 9796"/>
            <p:cNvSpPr>
              <a:spLocks/>
            </p:cNvSpPr>
            <p:nvPr/>
          </p:nvSpPr>
          <p:spPr bwMode="auto">
            <a:xfrm>
              <a:off x="3716338" y="6242050"/>
              <a:ext cx="163513" cy="165100"/>
            </a:xfrm>
            <a:custGeom>
              <a:avLst/>
              <a:gdLst>
                <a:gd name="T0" fmla="*/ 3 w 56"/>
                <a:gd name="T1" fmla="*/ 21 h 56"/>
                <a:gd name="T2" fmla="*/ 21 w 56"/>
                <a:gd name="T3" fmla="*/ 53 h 56"/>
                <a:gd name="T4" fmla="*/ 53 w 56"/>
                <a:gd name="T5" fmla="*/ 35 h 56"/>
                <a:gd name="T6" fmla="*/ 35 w 56"/>
                <a:gd name="T7" fmla="*/ 4 h 56"/>
                <a:gd name="T8" fmla="*/ 3 w 56"/>
                <a:gd name="T9" fmla="*/ 21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56">
                  <a:moveTo>
                    <a:pt x="3" y="21"/>
                  </a:moveTo>
                  <a:cubicBezTo>
                    <a:pt x="0" y="35"/>
                    <a:pt x="7" y="49"/>
                    <a:pt x="21" y="53"/>
                  </a:cubicBezTo>
                  <a:cubicBezTo>
                    <a:pt x="35" y="56"/>
                    <a:pt x="49" y="49"/>
                    <a:pt x="53" y="35"/>
                  </a:cubicBezTo>
                  <a:cubicBezTo>
                    <a:pt x="56" y="22"/>
                    <a:pt x="49" y="8"/>
                    <a:pt x="35" y="4"/>
                  </a:cubicBezTo>
                  <a:cubicBezTo>
                    <a:pt x="21" y="0"/>
                    <a:pt x="7" y="8"/>
                    <a:pt x="3" y="21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8" name="任意多边形: 形状 9797"/>
            <p:cNvSpPr>
              <a:spLocks/>
            </p:cNvSpPr>
            <p:nvPr/>
          </p:nvSpPr>
          <p:spPr bwMode="auto">
            <a:xfrm>
              <a:off x="3609976" y="5756275"/>
              <a:ext cx="117475" cy="31750"/>
            </a:xfrm>
            <a:custGeom>
              <a:avLst/>
              <a:gdLst>
                <a:gd name="T0" fmla="*/ 0 w 74"/>
                <a:gd name="T1" fmla="*/ 0 h 20"/>
                <a:gd name="T2" fmla="*/ 74 w 74"/>
                <a:gd name="T3" fmla="*/ 20 h 20"/>
                <a:gd name="T4" fmla="*/ 0 w 74"/>
                <a:gd name="T5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" h="20">
                  <a:moveTo>
                    <a:pt x="0" y="0"/>
                  </a:moveTo>
                  <a:lnTo>
                    <a:pt x="74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9" name="直接连接符 9798"/>
            <p:cNvSpPr>
              <a:spLocks noChangeShapeType="1"/>
            </p:cNvSpPr>
            <p:nvPr/>
          </p:nvSpPr>
          <p:spPr bwMode="auto">
            <a:xfrm>
              <a:off x="3609976" y="5756275"/>
              <a:ext cx="117475" cy="317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0" name="任意多边形: 形状 9799"/>
            <p:cNvSpPr>
              <a:spLocks/>
            </p:cNvSpPr>
            <p:nvPr/>
          </p:nvSpPr>
          <p:spPr bwMode="auto">
            <a:xfrm>
              <a:off x="3586163" y="5835650"/>
              <a:ext cx="76200" cy="20638"/>
            </a:xfrm>
            <a:custGeom>
              <a:avLst/>
              <a:gdLst>
                <a:gd name="T0" fmla="*/ 0 w 48"/>
                <a:gd name="T1" fmla="*/ 0 h 13"/>
                <a:gd name="T2" fmla="*/ 48 w 48"/>
                <a:gd name="T3" fmla="*/ 13 h 13"/>
                <a:gd name="T4" fmla="*/ 0 w 48"/>
                <a:gd name="T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13">
                  <a:moveTo>
                    <a:pt x="0" y="0"/>
                  </a:moveTo>
                  <a:lnTo>
                    <a:pt x="48" y="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3" name="直接连接符 9802"/>
            <p:cNvSpPr>
              <a:spLocks noChangeShapeType="1"/>
            </p:cNvSpPr>
            <p:nvPr/>
          </p:nvSpPr>
          <p:spPr bwMode="auto">
            <a:xfrm>
              <a:off x="3586163" y="5835650"/>
              <a:ext cx="76200" cy="20638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4" name="任意多边形: 形状 9803"/>
            <p:cNvSpPr>
              <a:spLocks/>
            </p:cNvSpPr>
            <p:nvPr/>
          </p:nvSpPr>
          <p:spPr bwMode="auto">
            <a:xfrm>
              <a:off x="3563938" y="5915025"/>
              <a:ext cx="117475" cy="31750"/>
            </a:xfrm>
            <a:custGeom>
              <a:avLst/>
              <a:gdLst>
                <a:gd name="T0" fmla="*/ 0 w 74"/>
                <a:gd name="T1" fmla="*/ 0 h 20"/>
                <a:gd name="T2" fmla="*/ 74 w 74"/>
                <a:gd name="T3" fmla="*/ 20 h 20"/>
                <a:gd name="T4" fmla="*/ 0 w 74"/>
                <a:gd name="T5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" h="20">
                  <a:moveTo>
                    <a:pt x="0" y="0"/>
                  </a:moveTo>
                  <a:lnTo>
                    <a:pt x="74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5" name="直接连接符 9804"/>
            <p:cNvSpPr>
              <a:spLocks noChangeShapeType="1"/>
            </p:cNvSpPr>
            <p:nvPr/>
          </p:nvSpPr>
          <p:spPr bwMode="auto">
            <a:xfrm>
              <a:off x="3563938" y="5915025"/>
              <a:ext cx="117475" cy="317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6" name="任意多边形: 形状 9805"/>
            <p:cNvSpPr>
              <a:spLocks/>
            </p:cNvSpPr>
            <p:nvPr/>
          </p:nvSpPr>
          <p:spPr bwMode="auto">
            <a:xfrm>
              <a:off x="10617201" y="5029200"/>
              <a:ext cx="647700" cy="377825"/>
            </a:xfrm>
            <a:custGeom>
              <a:avLst/>
              <a:gdLst>
                <a:gd name="T0" fmla="*/ 33 w 408"/>
                <a:gd name="T1" fmla="*/ 238 h 238"/>
                <a:gd name="T2" fmla="*/ 408 w 408"/>
                <a:gd name="T3" fmla="*/ 72 h 238"/>
                <a:gd name="T4" fmla="*/ 377 w 408"/>
                <a:gd name="T5" fmla="*/ 0 h 238"/>
                <a:gd name="T6" fmla="*/ 0 w 408"/>
                <a:gd name="T7" fmla="*/ 166 h 238"/>
                <a:gd name="T8" fmla="*/ 33 w 408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8" h="238">
                  <a:moveTo>
                    <a:pt x="33" y="238"/>
                  </a:moveTo>
                  <a:lnTo>
                    <a:pt x="408" y="72"/>
                  </a:lnTo>
                  <a:lnTo>
                    <a:pt x="377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7" name="任意多边形: 形状 9806"/>
            <p:cNvSpPr>
              <a:spLocks/>
            </p:cNvSpPr>
            <p:nvPr/>
          </p:nvSpPr>
          <p:spPr bwMode="auto">
            <a:xfrm>
              <a:off x="10723563" y="5167313"/>
              <a:ext cx="890588" cy="1157288"/>
            </a:xfrm>
            <a:custGeom>
              <a:avLst/>
              <a:gdLst>
                <a:gd name="T0" fmla="*/ 237 w 304"/>
                <a:gd name="T1" fmla="*/ 374 h 395"/>
                <a:gd name="T2" fmla="*/ 237 w 304"/>
                <a:gd name="T3" fmla="*/ 374 h 395"/>
                <a:gd name="T4" fmla="*/ 283 w 304"/>
                <a:gd name="T5" fmla="*/ 254 h 395"/>
                <a:gd name="T6" fmla="*/ 167 w 304"/>
                <a:gd name="T7" fmla="*/ 0 h 395"/>
                <a:gd name="T8" fmla="*/ 0 w 304"/>
                <a:gd name="T9" fmla="*/ 74 h 395"/>
                <a:gd name="T10" fmla="*/ 115 w 304"/>
                <a:gd name="T11" fmla="*/ 329 h 395"/>
                <a:gd name="T12" fmla="*/ 237 w 304"/>
                <a:gd name="T13" fmla="*/ 3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4" h="395">
                  <a:moveTo>
                    <a:pt x="237" y="374"/>
                  </a:moveTo>
                  <a:cubicBezTo>
                    <a:pt x="237" y="374"/>
                    <a:pt x="237" y="374"/>
                    <a:pt x="237" y="374"/>
                  </a:cubicBezTo>
                  <a:cubicBezTo>
                    <a:pt x="283" y="354"/>
                    <a:pt x="304" y="300"/>
                    <a:pt x="283" y="254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115" y="329"/>
                    <a:pt x="115" y="329"/>
                    <a:pt x="115" y="329"/>
                  </a:cubicBezTo>
                  <a:cubicBezTo>
                    <a:pt x="136" y="374"/>
                    <a:pt x="190" y="395"/>
                    <a:pt x="237" y="3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8" name="任意多边形: 形状 9807"/>
            <p:cNvSpPr>
              <a:spLocks/>
            </p:cNvSpPr>
            <p:nvPr/>
          </p:nvSpPr>
          <p:spPr bwMode="auto">
            <a:xfrm>
              <a:off x="10728326" y="5202238"/>
              <a:ext cx="577850" cy="571500"/>
            </a:xfrm>
            <a:custGeom>
              <a:avLst/>
              <a:gdLst>
                <a:gd name="T0" fmla="*/ 197 w 197"/>
                <a:gd name="T1" fmla="*/ 128 h 195"/>
                <a:gd name="T2" fmla="*/ 171 w 197"/>
                <a:gd name="T3" fmla="*/ 145 h 195"/>
                <a:gd name="T4" fmla="*/ 139 w 197"/>
                <a:gd name="T5" fmla="*/ 177 h 195"/>
                <a:gd name="T6" fmla="*/ 98 w 197"/>
                <a:gd name="T7" fmla="*/ 182 h 195"/>
                <a:gd name="T8" fmla="*/ 60 w 197"/>
                <a:gd name="T9" fmla="*/ 195 h 195"/>
                <a:gd name="T10" fmla="*/ 0 w 197"/>
                <a:gd name="T11" fmla="*/ 61 h 195"/>
                <a:gd name="T12" fmla="*/ 139 w 197"/>
                <a:gd name="T13" fmla="*/ 0 h 195"/>
                <a:gd name="T14" fmla="*/ 194 w 197"/>
                <a:gd name="T15" fmla="*/ 12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7" h="195">
                  <a:moveTo>
                    <a:pt x="197" y="128"/>
                  </a:moveTo>
                  <a:cubicBezTo>
                    <a:pt x="188" y="131"/>
                    <a:pt x="179" y="137"/>
                    <a:pt x="171" y="145"/>
                  </a:cubicBezTo>
                  <a:cubicBezTo>
                    <a:pt x="161" y="156"/>
                    <a:pt x="153" y="170"/>
                    <a:pt x="139" y="177"/>
                  </a:cubicBezTo>
                  <a:cubicBezTo>
                    <a:pt x="126" y="183"/>
                    <a:pt x="112" y="181"/>
                    <a:pt x="98" y="182"/>
                  </a:cubicBezTo>
                  <a:cubicBezTo>
                    <a:pt x="84" y="182"/>
                    <a:pt x="69" y="184"/>
                    <a:pt x="60" y="195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94" y="121"/>
                    <a:pt x="194" y="121"/>
                    <a:pt x="194" y="121"/>
                  </a:cubicBezTo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9" name="任意多边形: 形状 9808"/>
            <p:cNvSpPr>
              <a:spLocks/>
            </p:cNvSpPr>
            <p:nvPr/>
          </p:nvSpPr>
          <p:spPr bwMode="auto">
            <a:xfrm>
              <a:off x="10998201" y="5732463"/>
              <a:ext cx="149225" cy="146050"/>
            </a:xfrm>
            <a:custGeom>
              <a:avLst/>
              <a:gdLst>
                <a:gd name="T0" fmla="*/ 5 w 51"/>
                <a:gd name="T1" fmla="*/ 34 h 50"/>
                <a:gd name="T2" fmla="*/ 34 w 51"/>
                <a:gd name="T3" fmla="*/ 45 h 50"/>
                <a:gd name="T4" fmla="*/ 46 w 51"/>
                <a:gd name="T5" fmla="*/ 16 h 50"/>
                <a:gd name="T6" fmla="*/ 16 w 51"/>
                <a:gd name="T7" fmla="*/ 5 h 50"/>
                <a:gd name="T8" fmla="*/ 5 w 51"/>
                <a:gd name="T9" fmla="*/ 3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0">
                  <a:moveTo>
                    <a:pt x="5" y="34"/>
                  </a:moveTo>
                  <a:cubicBezTo>
                    <a:pt x="10" y="45"/>
                    <a:pt x="23" y="50"/>
                    <a:pt x="34" y="45"/>
                  </a:cubicBezTo>
                  <a:cubicBezTo>
                    <a:pt x="46" y="40"/>
                    <a:pt x="51" y="27"/>
                    <a:pt x="46" y="16"/>
                  </a:cubicBezTo>
                  <a:cubicBezTo>
                    <a:pt x="41" y="5"/>
                    <a:pt x="27" y="0"/>
                    <a:pt x="16" y="5"/>
                  </a:cubicBezTo>
                  <a:cubicBezTo>
                    <a:pt x="5" y="10"/>
                    <a:pt x="0" y="23"/>
                    <a:pt x="5" y="34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0" name="任意多边形: 形状 9809"/>
            <p:cNvSpPr>
              <a:spLocks/>
            </p:cNvSpPr>
            <p:nvPr/>
          </p:nvSpPr>
          <p:spPr bwMode="auto">
            <a:xfrm>
              <a:off x="11080751" y="6013450"/>
              <a:ext cx="122238" cy="120650"/>
            </a:xfrm>
            <a:custGeom>
              <a:avLst/>
              <a:gdLst>
                <a:gd name="T0" fmla="*/ 4 w 42"/>
                <a:gd name="T1" fmla="*/ 28 h 41"/>
                <a:gd name="T2" fmla="*/ 28 w 42"/>
                <a:gd name="T3" fmla="*/ 37 h 41"/>
                <a:gd name="T4" fmla="*/ 37 w 42"/>
                <a:gd name="T5" fmla="*/ 13 h 41"/>
                <a:gd name="T6" fmla="*/ 13 w 42"/>
                <a:gd name="T7" fmla="*/ 4 h 41"/>
                <a:gd name="T8" fmla="*/ 4 w 42"/>
                <a:gd name="T9" fmla="*/ 2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41">
                  <a:moveTo>
                    <a:pt x="4" y="28"/>
                  </a:moveTo>
                  <a:cubicBezTo>
                    <a:pt x="8" y="37"/>
                    <a:pt x="19" y="41"/>
                    <a:pt x="28" y="37"/>
                  </a:cubicBezTo>
                  <a:cubicBezTo>
                    <a:pt x="37" y="33"/>
                    <a:pt x="42" y="22"/>
                    <a:pt x="37" y="13"/>
                  </a:cubicBezTo>
                  <a:cubicBezTo>
                    <a:pt x="33" y="4"/>
                    <a:pt x="23" y="0"/>
                    <a:pt x="13" y="4"/>
                  </a:cubicBezTo>
                  <a:cubicBezTo>
                    <a:pt x="4" y="8"/>
                    <a:pt x="0" y="19"/>
                    <a:pt x="4" y="28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1" name="任意多边形: 形状 9810"/>
            <p:cNvSpPr>
              <a:spLocks/>
            </p:cNvSpPr>
            <p:nvPr/>
          </p:nvSpPr>
          <p:spPr bwMode="auto">
            <a:xfrm>
              <a:off x="11253788" y="5780088"/>
              <a:ext cx="215900" cy="215900"/>
            </a:xfrm>
            <a:custGeom>
              <a:avLst/>
              <a:gdLst>
                <a:gd name="T0" fmla="*/ 7 w 74"/>
                <a:gd name="T1" fmla="*/ 50 h 74"/>
                <a:gd name="T2" fmla="*/ 51 w 74"/>
                <a:gd name="T3" fmla="*/ 66 h 74"/>
                <a:gd name="T4" fmla="*/ 67 w 74"/>
                <a:gd name="T5" fmla="*/ 24 h 74"/>
                <a:gd name="T6" fmla="*/ 24 w 74"/>
                <a:gd name="T7" fmla="*/ 7 h 74"/>
                <a:gd name="T8" fmla="*/ 7 w 74"/>
                <a:gd name="T9" fmla="*/ 5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74">
                  <a:moveTo>
                    <a:pt x="7" y="50"/>
                  </a:moveTo>
                  <a:cubicBezTo>
                    <a:pt x="15" y="66"/>
                    <a:pt x="34" y="74"/>
                    <a:pt x="51" y="66"/>
                  </a:cubicBezTo>
                  <a:cubicBezTo>
                    <a:pt x="67" y="59"/>
                    <a:pt x="74" y="40"/>
                    <a:pt x="67" y="24"/>
                  </a:cubicBezTo>
                  <a:cubicBezTo>
                    <a:pt x="60" y="7"/>
                    <a:pt x="40" y="0"/>
                    <a:pt x="24" y="7"/>
                  </a:cubicBezTo>
                  <a:cubicBezTo>
                    <a:pt x="7" y="15"/>
                    <a:pt x="0" y="34"/>
                    <a:pt x="7" y="50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2" name="任意多边形: 形状 9811"/>
            <p:cNvSpPr>
              <a:spLocks/>
            </p:cNvSpPr>
            <p:nvPr/>
          </p:nvSpPr>
          <p:spPr bwMode="auto">
            <a:xfrm>
              <a:off x="10723563" y="5167313"/>
              <a:ext cx="890588" cy="1157288"/>
            </a:xfrm>
            <a:custGeom>
              <a:avLst/>
              <a:gdLst>
                <a:gd name="T0" fmla="*/ 237 w 304"/>
                <a:gd name="T1" fmla="*/ 374 h 395"/>
                <a:gd name="T2" fmla="*/ 237 w 304"/>
                <a:gd name="T3" fmla="*/ 374 h 395"/>
                <a:gd name="T4" fmla="*/ 283 w 304"/>
                <a:gd name="T5" fmla="*/ 254 h 395"/>
                <a:gd name="T6" fmla="*/ 167 w 304"/>
                <a:gd name="T7" fmla="*/ 0 h 395"/>
                <a:gd name="T8" fmla="*/ 0 w 304"/>
                <a:gd name="T9" fmla="*/ 74 h 395"/>
                <a:gd name="T10" fmla="*/ 115 w 304"/>
                <a:gd name="T11" fmla="*/ 329 h 395"/>
                <a:gd name="T12" fmla="*/ 237 w 304"/>
                <a:gd name="T13" fmla="*/ 3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4" h="395">
                  <a:moveTo>
                    <a:pt x="237" y="374"/>
                  </a:moveTo>
                  <a:cubicBezTo>
                    <a:pt x="237" y="374"/>
                    <a:pt x="237" y="374"/>
                    <a:pt x="237" y="374"/>
                  </a:cubicBezTo>
                  <a:cubicBezTo>
                    <a:pt x="283" y="354"/>
                    <a:pt x="304" y="300"/>
                    <a:pt x="283" y="254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115" y="329"/>
                    <a:pt x="115" y="329"/>
                    <a:pt x="115" y="329"/>
                  </a:cubicBezTo>
                  <a:cubicBezTo>
                    <a:pt x="136" y="374"/>
                    <a:pt x="190" y="395"/>
                    <a:pt x="237" y="374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3" name="任意多边形: 形状 9812"/>
            <p:cNvSpPr>
              <a:spLocks/>
            </p:cNvSpPr>
            <p:nvPr/>
          </p:nvSpPr>
          <p:spPr bwMode="auto">
            <a:xfrm>
              <a:off x="10547351" y="5018088"/>
              <a:ext cx="649288" cy="377825"/>
            </a:xfrm>
            <a:custGeom>
              <a:avLst/>
              <a:gdLst>
                <a:gd name="T0" fmla="*/ 33 w 409"/>
                <a:gd name="T1" fmla="*/ 238 h 238"/>
                <a:gd name="T2" fmla="*/ 409 w 409"/>
                <a:gd name="T3" fmla="*/ 72 h 238"/>
                <a:gd name="T4" fmla="*/ 376 w 409"/>
                <a:gd name="T5" fmla="*/ 0 h 238"/>
                <a:gd name="T6" fmla="*/ 0 w 409"/>
                <a:gd name="T7" fmla="*/ 166 h 238"/>
                <a:gd name="T8" fmla="*/ 33 w 409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9" h="238">
                  <a:moveTo>
                    <a:pt x="33" y="238"/>
                  </a:moveTo>
                  <a:lnTo>
                    <a:pt x="409" y="72"/>
                  </a:lnTo>
                  <a:lnTo>
                    <a:pt x="376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4" name="任意多边形: 形状 9813"/>
            <p:cNvSpPr>
              <a:spLocks/>
            </p:cNvSpPr>
            <p:nvPr/>
          </p:nvSpPr>
          <p:spPr bwMode="auto">
            <a:xfrm>
              <a:off x="10617201" y="5029200"/>
              <a:ext cx="647700" cy="377825"/>
            </a:xfrm>
            <a:custGeom>
              <a:avLst/>
              <a:gdLst>
                <a:gd name="T0" fmla="*/ 33 w 408"/>
                <a:gd name="T1" fmla="*/ 238 h 238"/>
                <a:gd name="T2" fmla="*/ 408 w 408"/>
                <a:gd name="T3" fmla="*/ 72 h 238"/>
                <a:gd name="T4" fmla="*/ 377 w 408"/>
                <a:gd name="T5" fmla="*/ 0 h 238"/>
                <a:gd name="T6" fmla="*/ 0 w 408"/>
                <a:gd name="T7" fmla="*/ 166 h 238"/>
                <a:gd name="T8" fmla="*/ 33 w 408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8" h="238">
                  <a:moveTo>
                    <a:pt x="33" y="238"/>
                  </a:moveTo>
                  <a:lnTo>
                    <a:pt x="408" y="72"/>
                  </a:lnTo>
                  <a:lnTo>
                    <a:pt x="377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5" name="任意多边形: 形状 9814"/>
            <p:cNvSpPr>
              <a:spLocks/>
            </p:cNvSpPr>
            <p:nvPr/>
          </p:nvSpPr>
          <p:spPr bwMode="auto">
            <a:xfrm>
              <a:off x="10904538" y="5562600"/>
              <a:ext cx="481013" cy="211138"/>
            </a:xfrm>
            <a:custGeom>
              <a:avLst/>
              <a:gdLst>
                <a:gd name="T0" fmla="*/ 164 w 164"/>
                <a:gd name="T1" fmla="*/ 0 h 72"/>
                <a:gd name="T2" fmla="*/ 111 w 164"/>
                <a:gd name="T3" fmla="*/ 22 h 72"/>
                <a:gd name="T4" fmla="*/ 79 w 164"/>
                <a:gd name="T5" fmla="*/ 54 h 72"/>
                <a:gd name="T6" fmla="*/ 38 w 164"/>
                <a:gd name="T7" fmla="*/ 59 h 72"/>
                <a:gd name="T8" fmla="*/ 0 w 164"/>
                <a:gd name="T9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4" h="72">
                  <a:moveTo>
                    <a:pt x="164" y="0"/>
                  </a:moveTo>
                  <a:cubicBezTo>
                    <a:pt x="143" y="0"/>
                    <a:pt x="126" y="7"/>
                    <a:pt x="111" y="22"/>
                  </a:cubicBezTo>
                  <a:cubicBezTo>
                    <a:pt x="101" y="33"/>
                    <a:pt x="93" y="47"/>
                    <a:pt x="79" y="54"/>
                  </a:cubicBezTo>
                  <a:cubicBezTo>
                    <a:pt x="66" y="60"/>
                    <a:pt x="52" y="58"/>
                    <a:pt x="38" y="59"/>
                  </a:cubicBezTo>
                  <a:cubicBezTo>
                    <a:pt x="24" y="59"/>
                    <a:pt x="9" y="61"/>
                    <a:pt x="0" y="72"/>
                  </a:cubicBezTo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6" name="任意多边形: 形状 9815"/>
            <p:cNvSpPr>
              <a:spLocks/>
            </p:cNvSpPr>
            <p:nvPr/>
          </p:nvSpPr>
          <p:spPr bwMode="auto">
            <a:xfrm>
              <a:off x="11060113" y="5726113"/>
              <a:ext cx="149225" cy="147638"/>
            </a:xfrm>
            <a:custGeom>
              <a:avLst/>
              <a:gdLst>
                <a:gd name="T0" fmla="*/ 5 w 51"/>
                <a:gd name="T1" fmla="*/ 34 h 50"/>
                <a:gd name="T2" fmla="*/ 34 w 51"/>
                <a:gd name="T3" fmla="*/ 45 h 50"/>
                <a:gd name="T4" fmla="*/ 46 w 51"/>
                <a:gd name="T5" fmla="*/ 16 h 50"/>
                <a:gd name="T6" fmla="*/ 16 w 51"/>
                <a:gd name="T7" fmla="*/ 5 h 50"/>
                <a:gd name="T8" fmla="*/ 5 w 51"/>
                <a:gd name="T9" fmla="*/ 3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0">
                  <a:moveTo>
                    <a:pt x="5" y="34"/>
                  </a:moveTo>
                  <a:cubicBezTo>
                    <a:pt x="10" y="45"/>
                    <a:pt x="23" y="50"/>
                    <a:pt x="34" y="45"/>
                  </a:cubicBezTo>
                  <a:cubicBezTo>
                    <a:pt x="46" y="40"/>
                    <a:pt x="51" y="27"/>
                    <a:pt x="46" y="16"/>
                  </a:cubicBezTo>
                  <a:cubicBezTo>
                    <a:pt x="41" y="5"/>
                    <a:pt x="27" y="0"/>
                    <a:pt x="16" y="5"/>
                  </a:cubicBezTo>
                  <a:cubicBezTo>
                    <a:pt x="5" y="10"/>
                    <a:pt x="0" y="23"/>
                    <a:pt x="5" y="34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7" name="任意多边形: 形状 9816"/>
            <p:cNvSpPr>
              <a:spLocks/>
            </p:cNvSpPr>
            <p:nvPr/>
          </p:nvSpPr>
          <p:spPr bwMode="auto">
            <a:xfrm>
              <a:off x="11141076" y="6008688"/>
              <a:ext cx="120650" cy="119063"/>
            </a:xfrm>
            <a:custGeom>
              <a:avLst/>
              <a:gdLst>
                <a:gd name="T0" fmla="*/ 4 w 41"/>
                <a:gd name="T1" fmla="*/ 28 h 41"/>
                <a:gd name="T2" fmla="*/ 28 w 41"/>
                <a:gd name="T3" fmla="*/ 37 h 41"/>
                <a:gd name="T4" fmla="*/ 37 w 41"/>
                <a:gd name="T5" fmla="*/ 13 h 41"/>
                <a:gd name="T6" fmla="*/ 13 w 41"/>
                <a:gd name="T7" fmla="*/ 4 h 41"/>
                <a:gd name="T8" fmla="*/ 4 w 41"/>
                <a:gd name="T9" fmla="*/ 2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1">
                  <a:moveTo>
                    <a:pt x="4" y="28"/>
                  </a:moveTo>
                  <a:cubicBezTo>
                    <a:pt x="8" y="37"/>
                    <a:pt x="19" y="41"/>
                    <a:pt x="28" y="37"/>
                  </a:cubicBezTo>
                  <a:cubicBezTo>
                    <a:pt x="37" y="33"/>
                    <a:pt x="41" y="22"/>
                    <a:pt x="37" y="13"/>
                  </a:cubicBezTo>
                  <a:cubicBezTo>
                    <a:pt x="33" y="4"/>
                    <a:pt x="23" y="0"/>
                    <a:pt x="13" y="4"/>
                  </a:cubicBezTo>
                  <a:cubicBezTo>
                    <a:pt x="4" y="8"/>
                    <a:pt x="0" y="19"/>
                    <a:pt x="4" y="28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8" name="任意多边形: 形状 9817"/>
            <p:cNvSpPr>
              <a:spLocks/>
            </p:cNvSpPr>
            <p:nvPr/>
          </p:nvSpPr>
          <p:spPr bwMode="auto">
            <a:xfrm>
              <a:off x="11314113" y="5773738"/>
              <a:ext cx="217488" cy="217488"/>
            </a:xfrm>
            <a:custGeom>
              <a:avLst/>
              <a:gdLst>
                <a:gd name="T0" fmla="*/ 7 w 74"/>
                <a:gd name="T1" fmla="*/ 50 h 74"/>
                <a:gd name="T2" fmla="*/ 50 w 74"/>
                <a:gd name="T3" fmla="*/ 66 h 74"/>
                <a:gd name="T4" fmla="*/ 67 w 74"/>
                <a:gd name="T5" fmla="*/ 23 h 74"/>
                <a:gd name="T6" fmla="*/ 24 w 74"/>
                <a:gd name="T7" fmla="*/ 7 h 74"/>
                <a:gd name="T8" fmla="*/ 7 w 74"/>
                <a:gd name="T9" fmla="*/ 5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74">
                  <a:moveTo>
                    <a:pt x="7" y="50"/>
                  </a:moveTo>
                  <a:cubicBezTo>
                    <a:pt x="15" y="66"/>
                    <a:pt x="34" y="74"/>
                    <a:pt x="50" y="66"/>
                  </a:cubicBezTo>
                  <a:cubicBezTo>
                    <a:pt x="67" y="59"/>
                    <a:pt x="74" y="40"/>
                    <a:pt x="67" y="23"/>
                  </a:cubicBezTo>
                  <a:cubicBezTo>
                    <a:pt x="59" y="7"/>
                    <a:pt x="40" y="0"/>
                    <a:pt x="24" y="7"/>
                  </a:cubicBezTo>
                  <a:cubicBezTo>
                    <a:pt x="7" y="15"/>
                    <a:pt x="0" y="34"/>
                    <a:pt x="7" y="50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9" name="任意多边形: 形状 9818"/>
            <p:cNvSpPr>
              <a:spLocks/>
            </p:cNvSpPr>
            <p:nvPr/>
          </p:nvSpPr>
          <p:spPr bwMode="auto">
            <a:xfrm>
              <a:off x="10763251" y="5413375"/>
              <a:ext cx="141288" cy="61913"/>
            </a:xfrm>
            <a:custGeom>
              <a:avLst/>
              <a:gdLst>
                <a:gd name="T0" fmla="*/ 0 w 89"/>
                <a:gd name="T1" fmla="*/ 39 h 39"/>
                <a:gd name="T2" fmla="*/ 89 w 89"/>
                <a:gd name="T3" fmla="*/ 0 h 39"/>
                <a:gd name="T4" fmla="*/ 0 w 89"/>
                <a:gd name="T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9" h="39">
                  <a:moveTo>
                    <a:pt x="0" y="39"/>
                  </a:moveTo>
                  <a:lnTo>
                    <a:pt x="89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0" name="直接连接符 9819"/>
            <p:cNvSpPr>
              <a:spLocks noChangeShapeType="1"/>
            </p:cNvSpPr>
            <p:nvPr/>
          </p:nvSpPr>
          <p:spPr bwMode="auto">
            <a:xfrm flipV="1">
              <a:off x="10763251" y="5413375"/>
              <a:ext cx="141288" cy="61913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1" name="任意多边形: 形状 9820"/>
            <p:cNvSpPr>
              <a:spLocks/>
            </p:cNvSpPr>
            <p:nvPr/>
          </p:nvSpPr>
          <p:spPr bwMode="auto">
            <a:xfrm>
              <a:off x="10804526" y="5530850"/>
              <a:ext cx="93663" cy="41275"/>
            </a:xfrm>
            <a:custGeom>
              <a:avLst/>
              <a:gdLst>
                <a:gd name="T0" fmla="*/ 0 w 59"/>
                <a:gd name="T1" fmla="*/ 26 h 26"/>
                <a:gd name="T2" fmla="*/ 59 w 59"/>
                <a:gd name="T3" fmla="*/ 0 h 26"/>
                <a:gd name="T4" fmla="*/ 0 w 59"/>
                <a:gd name="T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" h="26">
                  <a:moveTo>
                    <a:pt x="0" y="26"/>
                  </a:moveTo>
                  <a:lnTo>
                    <a:pt x="59" y="0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2" name="直接连接符 9821"/>
            <p:cNvSpPr>
              <a:spLocks noChangeShapeType="1"/>
            </p:cNvSpPr>
            <p:nvPr/>
          </p:nvSpPr>
          <p:spPr bwMode="auto">
            <a:xfrm flipV="1">
              <a:off x="10804526" y="5530850"/>
              <a:ext cx="93663" cy="41275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3" name="任意多边形: 形状 9822"/>
            <p:cNvSpPr>
              <a:spLocks/>
            </p:cNvSpPr>
            <p:nvPr/>
          </p:nvSpPr>
          <p:spPr bwMode="auto">
            <a:xfrm>
              <a:off x="10848976" y="5603875"/>
              <a:ext cx="142875" cy="61913"/>
            </a:xfrm>
            <a:custGeom>
              <a:avLst/>
              <a:gdLst>
                <a:gd name="T0" fmla="*/ 0 w 90"/>
                <a:gd name="T1" fmla="*/ 39 h 39"/>
                <a:gd name="T2" fmla="*/ 90 w 90"/>
                <a:gd name="T3" fmla="*/ 0 h 39"/>
                <a:gd name="T4" fmla="*/ 0 w 90"/>
                <a:gd name="T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" h="39">
                  <a:moveTo>
                    <a:pt x="0" y="39"/>
                  </a:moveTo>
                  <a:lnTo>
                    <a:pt x="90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4" name="直接连接符 9823"/>
            <p:cNvSpPr>
              <a:spLocks noChangeShapeType="1"/>
            </p:cNvSpPr>
            <p:nvPr/>
          </p:nvSpPr>
          <p:spPr bwMode="auto">
            <a:xfrm flipV="1">
              <a:off x="10848976" y="5603875"/>
              <a:ext cx="142875" cy="61913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5" name="任意多边形: 形状 9824"/>
            <p:cNvSpPr>
              <a:spLocks/>
            </p:cNvSpPr>
            <p:nvPr/>
          </p:nvSpPr>
          <p:spPr bwMode="auto">
            <a:xfrm>
              <a:off x="1336676" y="3698875"/>
              <a:ext cx="568325" cy="585788"/>
            </a:xfrm>
            <a:custGeom>
              <a:avLst/>
              <a:gdLst>
                <a:gd name="T0" fmla="*/ 358 w 358"/>
                <a:gd name="T1" fmla="*/ 293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3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6" name="任意多边形: 形状 9825"/>
            <p:cNvSpPr>
              <a:spLocks/>
            </p:cNvSpPr>
            <p:nvPr/>
          </p:nvSpPr>
          <p:spPr bwMode="auto">
            <a:xfrm>
              <a:off x="1190626" y="3543300"/>
              <a:ext cx="307975" cy="298450"/>
            </a:xfrm>
            <a:custGeom>
              <a:avLst/>
              <a:gdLst>
                <a:gd name="T0" fmla="*/ 194 w 194"/>
                <a:gd name="T1" fmla="*/ 83 h 188"/>
                <a:gd name="T2" fmla="*/ 78 w 194"/>
                <a:gd name="T3" fmla="*/ 188 h 188"/>
                <a:gd name="T4" fmla="*/ 0 w 194"/>
                <a:gd name="T5" fmla="*/ 103 h 188"/>
                <a:gd name="T6" fmla="*/ 114 w 194"/>
                <a:gd name="T7" fmla="*/ 0 h 188"/>
                <a:gd name="T8" fmla="*/ 194 w 194"/>
                <a:gd name="T9" fmla="*/ 83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4" h="188">
                  <a:moveTo>
                    <a:pt x="194" y="83"/>
                  </a:moveTo>
                  <a:lnTo>
                    <a:pt x="78" y="188"/>
                  </a:lnTo>
                  <a:lnTo>
                    <a:pt x="0" y="103"/>
                  </a:lnTo>
                  <a:lnTo>
                    <a:pt x="114" y="0"/>
                  </a:lnTo>
                  <a:lnTo>
                    <a:pt x="194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7" name="任意多边形: 形状 9826"/>
            <p:cNvSpPr>
              <a:spLocks/>
            </p:cNvSpPr>
            <p:nvPr/>
          </p:nvSpPr>
          <p:spPr bwMode="auto">
            <a:xfrm>
              <a:off x="1384301" y="3657600"/>
              <a:ext cx="568325" cy="585788"/>
            </a:xfrm>
            <a:custGeom>
              <a:avLst/>
              <a:gdLst>
                <a:gd name="T0" fmla="*/ 358 w 358"/>
                <a:gd name="T1" fmla="*/ 294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4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4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4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8" name="任意多边形: 形状 9827"/>
            <p:cNvSpPr>
              <a:spLocks/>
            </p:cNvSpPr>
            <p:nvPr/>
          </p:nvSpPr>
          <p:spPr bwMode="auto">
            <a:xfrm>
              <a:off x="1770063" y="4164013"/>
              <a:ext cx="211138" cy="206375"/>
            </a:xfrm>
            <a:custGeom>
              <a:avLst/>
              <a:gdLst>
                <a:gd name="T0" fmla="*/ 133 w 133"/>
                <a:gd name="T1" fmla="*/ 54 h 130"/>
                <a:gd name="T2" fmla="*/ 50 w 133"/>
                <a:gd name="T3" fmla="*/ 130 h 130"/>
                <a:gd name="T4" fmla="*/ 0 w 133"/>
                <a:gd name="T5" fmla="*/ 76 h 130"/>
                <a:gd name="T6" fmla="*/ 85 w 133"/>
                <a:gd name="T7" fmla="*/ 0 h 130"/>
                <a:gd name="T8" fmla="*/ 133 w 133"/>
                <a:gd name="T9" fmla="*/ 54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130">
                  <a:moveTo>
                    <a:pt x="133" y="54"/>
                  </a:moveTo>
                  <a:lnTo>
                    <a:pt x="50" y="130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133" y="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9" name="任意多边形: 形状 9828"/>
            <p:cNvSpPr>
              <a:spLocks/>
            </p:cNvSpPr>
            <p:nvPr/>
          </p:nvSpPr>
          <p:spPr bwMode="auto">
            <a:xfrm>
              <a:off x="1190626" y="3543300"/>
              <a:ext cx="307975" cy="298450"/>
            </a:xfrm>
            <a:custGeom>
              <a:avLst/>
              <a:gdLst>
                <a:gd name="T0" fmla="*/ 194 w 194"/>
                <a:gd name="T1" fmla="*/ 83 h 188"/>
                <a:gd name="T2" fmla="*/ 78 w 194"/>
                <a:gd name="T3" fmla="*/ 188 h 188"/>
                <a:gd name="T4" fmla="*/ 0 w 194"/>
                <a:gd name="T5" fmla="*/ 103 h 188"/>
                <a:gd name="T6" fmla="*/ 114 w 194"/>
                <a:gd name="T7" fmla="*/ 0 h 188"/>
                <a:gd name="T8" fmla="*/ 194 w 194"/>
                <a:gd name="T9" fmla="*/ 83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4" h="188">
                  <a:moveTo>
                    <a:pt x="194" y="83"/>
                  </a:moveTo>
                  <a:lnTo>
                    <a:pt x="78" y="188"/>
                  </a:lnTo>
                  <a:lnTo>
                    <a:pt x="0" y="103"/>
                  </a:lnTo>
                  <a:lnTo>
                    <a:pt x="114" y="0"/>
                  </a:lnTo>
                  <a:lnTo>
                    <a:pt x="194" y="83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0" name="任意多边形: 形状 9829"/>
            <p:cNvSpPr>
              <a:spLocks/>
            </p:cNvSpPr>
            <p:nvPr/>
          </p:nvSpPr>
          <p:spPr bwMode="auto">
            <a:xfrm>
              <a:off x="1336676" y="3698875"/>
              <a:ext cx="568325" cy="585788"/>
            </a:xfrm>
            <a:custGeom>
              <a:avLst/>
              <a:gdLst>
                <a:gd name="T0" fmla="*/ 358 w 358"/>
                <a:gd name="T1" fmla="*/ 293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3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3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1" name="任意多边形: 形状 9830"/>
            <p:cNvSpPr>
              <a:spLocks/>
            </p:cNvSpPr>
            <p:nvPr/>
          </p:nvSpPr>
          <p:spPr bwMode="auto">
            <a:xfrm>
              <a:off x="1770063" y="4164013"/>
              <a:ext cx="211138" cy="206375"/>
            </a:xfrm>
            <a:custGeom>
              <a:avLst/>
              <a:gdLst>
                <a:gd name="T0" fmla="*/ 133 w 133"/>
                <a:gd name="T1" fmla="*/ 54 h 130"/>
                <a:gd name="T2" fmla="*/ 50 w 133"/>
                <a:gd name="T3" fmla="*/ 130 h 130"/>
                <a:gd name="T4" fmla="*/ 0 w 133"/>
                <a:gd name="T5" fmla="*/ 76 h 130"/>
                <a:gd name="T6" fmla="*/ 85 w 133"/>
                <a:gd name="T7" fmla="*/ 0 h 130"/>
                <a:gd name="T8" fmla="*/ 133 w 133"/>
                <a:gd name="T9" fmla="*/ 54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130">
                  <a:moveTo>
                    <a:pt x="133" y="54"/>
                  </a:moveTo>
                  <a:lnTo>
                    <a:pt x="50" y="130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133" y="54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2" name="任意多边形: 形状 9831"/>
            <p:cNvSpPr>
              <a:spLocks/>
            </p:cNvSpPr>
            <p:nvPr/>
          </p:nvSpPr>
          <p:spPr bwMode="auto">
            <a:xfrm>
              <a:off x="449263" y="2778125"/>
              <a:ext cx="1108075" cy="1096963"/>
            </a:xfrm>
            <a:custGeom>
              <a:avLst/>
              <a:gdLst>
                <a:gd name="T0" fmla="*/ 315 w 378"/>
                <a:gd name="T1" fmla="*/ 73 h 374"/>
                <a:gd name="T2" fmla="*/ 305 w 378"/>
                <a:gd name="T3" fmla="*/ 311 h 374"/>
                <a:gd name="T4" fmla="*/ 64 w 378"/>
                <a:gd name="T5" fmla="*/ 301 h 374"/>
                <a:gd name="T6" fmla="*/ 74 w 378"/>
                <a:gd name="T7" fmla="*/ 63 h 374"/>
                <a:gd name="T8" fmla="*/ 315 w 378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8" h="374">
                  <a:moveTo>
                    <a:pt x="315" y="73"/>
                  </a:moveTo>
                  <a:cubicBezTo>
                    <a:pt x="378" y="142"/>
                    <a:pt x="374" y="248"/>
                    <a:pt x="305" y="311"/>
                  </a:cubicBezTo>
                  <a:cubicBezTo>
                    <a:pt x="235" y="374"/>
                    <a:pt x="127" y="370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3" name="任意多边形: 形状 9832"/>
            <p:cNvSpPr>
              <a:spLocks/>
            </p:cNvSpPr>
            <p:nvPr/>
          </p:nvSpPr>
          <p:spPr bwMode="auto">
            <a:xfrm>
              <a:off x="525463" y="2736850"/>
              <a:ext cx="1111250" cy="1096963"/>
            </a:xfrm>
            <a:custGeom>
              <a:avLst/>
              <a:gdLst>
                <a:gd name="T0" fmla="*/ 315 w 379"/>
                <a:gd name="T1" fmla="*/ 73 h 374"/>
                <a:gd name="T2" fmla="*/ 305 w 379"/>
                <a:gd name="T3" fmla="*/ 311 h 374"/>
                <a:gd name="T4" fmla="*/ 64 w 379"/>
                <a:gd name="T5" fmla="*/ 301 h 374"/>
                <a:gd name="T6" fmla="*/ 74 w 379"/>
                <a:gd name="T7" fmla="*/ 63 h 374"/>
                <a:gd name="T8" fmla="*/ 315 w 379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74">
                  <a:moveTo>
                    <a:pt x="315" y="73"/>
                  </a:moveTo>
                  <a:cubicBezTo>
                    <a:pt x="379" y="142"/>
                    <a:pt x="374" y="248"/>
                    <a:pt x="305" y="311"/>
                  </a:cubicBezTo>
                  <a:cubicBezTo>
                    <a:pt x="235" y="374"/>
                    <a:pt x="128" y="369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4" name="任意多边形: 形状 9833"/>
            <p:cNvSpPr>
              <a:spLocks/>
            </p:cNvSpPr>
            <p:nvPr/>
          </p:nvSpPr>
          <p:spPr bwMode="auto">
            <a:xfrm>
              <a:off x="449263" y="2778125"/>
              <a:ext cx="1108075" cy="1096963"/>
            </a:xfrm>
            <a:custGeom>
              <a:avLst/>
              <a:gdLst>
                <a:gd name="T0" fmla="*/ 315 w 378"/>
                <a:gd name="T1" fmla="*/ 73 h 374"/>
                <a:gd name="T2" fmla="*/ 305 w 378"/>
                <a:gd name="T3" fmla="*/ 311 h 374"/>
                <a:gd name="T4" fmla="*/ 64 w 378"/>
                <a:gd name="T5" fmla="*/ 301 h 374"/>
                <a:gd name="T6" fmla="*/ 74 w 378"/>
                <a:gd name="T7" fmla="*/ 63 h 374"/>
                <a:gd name="T8" fmla="*/ 315 w 378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8" h="374">
                  <a:moveTo>
                    <a:pt x="315" y="73"/>
                  </a:moveTo>
                  <a:cubicBezTo>
                    <a:pt x="378" y="142"/>
                    <a:pt x="374" y="248"/>
                    <a:pt x="305" y="311"/>
                  </a:cubicBezTo>
                  <a:cubicBezTo>
                    <a:pt x="235" y="374"/>
                    <a:pt x="127" y="370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5" name="任意多边形: 形状 9834"/>
            <p:cNvSpPr>
              <a:spLocks/>
            </p:cNvSpPr>
            <p:nvPr/>
          </p:nvSpPr>
          <p:spPr bwMode="auto">
            <a:xfrm>
              <a:off x="601663" y="2930525"/>
              <a:ext cx="803275" cy="792163"/>
            </a:xfrm>
            <a:custGeom>
              <a:avLst/>
              <a:gdLst>
                <a:gd name="T0" fmla="*/ 228 w 274"/>
                <a:gd name="T1" fmla="*/ 53 h 270"/>
                <a:gd name="T2" fmla="*/ 221 w 274"/>
                <a:gd name="T3" fmla="*/ 225 h 270"/>
                <a:gd name="T4" fmla="*/ 46 w 274"/>
                <a:gd name="T5" fmla="*/ 217 h 270"/>
                <a:gd name="T6" fmla="*/ 54 w 274"/>
                <a:gd name="T7" fmla="*/ 46 h 270"/>
                <a:gd name="T8" fmla="*/ 228 w 274"/>
                <a:gd name="T9" fmla="*/ 53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270">
                  <a:moveTo>
                    <a:pt x="228" y="53"/>
                  </a:moveTo>
                  <a:cubicBezTo>
                    <a:pt x="274" y="102"/>
                    <a:pt x="271" y="179"/>
                    <a:pt x="221" y="225"/>
                  </a:cubicBezTo>
                  <a:cubicBezTo>
                    <a:pt x="170" y="270"/>
                    <a:pt x="93" y="267"/>
                    <a:pt x="46" y="217"/>
                  </a:cubicBezTo>
                  <a:cubicBezTo>
                    <a:pt x="0" y="168"/>
                    <a:pt x="4" y="91"/>
                    <a:pt x="54" y="46"/>
                  </a:cubicBezTo>
                  <a:cubicBezTo>
                    <a:pt x="104" y="0"/>
                    <a:pt x="182" y="3"/>
                    <a:pt x="228" y="53"/>
                  </a:cubicBez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6" name="任意多边形: 形状 9835"/>
            <p:cNvSpPr>
              <a:spLocks/>
            </p:cNvSpPr>
            <p:nvPr/>
          </p:nvSpPr>
          <p:spPr bwMode="auto">
            <a:xfrm>
              <a:off x="601663" y="2930525"/>
              <a:ext cx="803275" cy="792163"/>
            </a:xfrm>
            <a:custGeom>
              <a:avLst/>
              <a:gdLst>
                <a:gd name="T0" fmla="*/ 228 w 274"/>
                <a:gd name="T1" fmla="*/ 53 h 270"/>
                <a:gd name="T2" fmla="*/ 221 w 274"/>
                <a:gd name="T3" fmla="*/ 225 h 270"/>
                <a:gd name="T4" fmla="*/ 46 w 274"/>
                <a:gd name="T5" fmla="*/ 217 h 270"/>
                <a:gd name="T6" fmla="*/ 54 w 274"/>
                <a:gd name="T7" fmla="*/ 46 h 270"/>
                <a:gd name="T8" fmla="*/ 228 w 274"/>
                <a:gd name="T9" fmla="*/ 53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270">
                  <a:moveTo>
                    <a:pt x="228" y="53"/>
                  </a:moveTo>
                  <a:cubicBezTo>
                    <a:pt x="274" y="102"/>
                    <a:pt x="271" y="179"/>
                    <a:pt x="221" y="225"/>
                  </a:cubicBezTo>
                  <a:cubicBezTo>
                    <a:pt x="170" y="270"/>
                    <a:pt x="93" y="267"/>
                    <a:pt x="46" y="217"/>
                  </a:cubicBezTo>
                  <a:cubicBezTo>
                    <a:pt x="0" y="168"/>
                    <a:pt x="4" y="91"/>
                    <a:pt x="54" y="46"/>
                  </a:cubicBezTo>
                  <a:cubicBezTo>
                    <a:pt x="104" y="0"/>
                    <a:pt x="182" y="3"/>
                    <a:pt x="228" y="53"/>
                  </a:cubicBez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7" name="任意多边形: 形状 9836"/>
            <p:cNvSpPr>
              <a:spLocks/>
            </p:cNvSpPr>
            <p:nvPr/>
          </p:nvSpPr>
          <p:spPr bwMode="auto">
            <a:xfrm>
              <a:off x="712788" y="3238500"/>
              <a:ext cx="23813" cy="163513"/>
            </a:xfrm>
            <a:custGeom>
              <a:avLst/>
              <a:gdLst>
                <a:gd name="T0" fmla="*/ 7 w 8"/>
                <a:gd name="T1" fmla="*/ 56 h 56"/>
                <a:gd name="T2" fmla="*/ 8 w 8"/>
                <a:gd name="T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" h="56">
                  <a:moveTo>
                    <a:pt x="7" y="56"/>
                  </a:moveTo>
                  <a:cubicBezTo>
                    <a:pt x="0" y="38"/>
                    <a:pt x="0" y="16"/>
                    <a:pt x="8" y="0"/>
                  </a:cubicBezTo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8" name="任意多边形: 形状 9837"/>
            <p:cNvSpPr>
              <a:spLocks/>
            </p:cNvSpPr>
            <p:nvPr/>
          </p:nvSpPr>
          <p:spPr bwMode="auto">
            <a:xfrm>
              <a:off x="8074026" y="5407025"/>
              <a:ext cx="550863" cy="477838"/>
            </a:xfrm>
            <a:custGeom>
              <a:avLst/>
              <a:gdLst>
                <a:gd name="T0" fmla="*/ 63 w 347"/>
                <a:gd name="T1" fmla="*/ 0 h 301"/>
                <a:gd name="T2" fmla="*/ 0 w 347"/>
                <a:gd name="T3" fmla="*/ 78 h 301"/>
                <a:gd name="T4" fmla="*/ 285 w 347"/>
                <a:gd name="T5" fmla="*/ 301 h 301"/>
                <a:gd name="T6" fmla="*/ 347 w 347"/>
                <a:gd name="T7" fmla="*/ 222 h 301"/>
                <a:gd name="T8" fmla="*/ 63 w 347"/>
                <a:gd name="T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301">
                  <a:moveTo>
                    <a:pt x="63" y="0"/>
                  </a:moveTo>
                  <a:lnTo>
                    <a:pt x="0" y="78"/>
                  </a:lnTo>
                  <a:lnTo>
                    <a:pt x="285" y="301"/>
                  </a:lnTo>
                  <a:lnTo>
                    <a:pt x="347" y="22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9" name="任意多边形: 形状 9838"/>
            <p:cNvSpPr>
              <a:spLocks/>
            </p:cNvSpPr>
            <p:nvPr/>
          </p:nvSpPr>
          <p:spPr bwMode="auto">
            <a:xfrm>
              <a:off x="8509001" y="5735638"/>
              <a:ext cx="268288" cy="273050"/>
            </a:xfrm>
            <a:custGeom>
              <a:avLst/>
              <a:gdLst>
                <a:gd name="T0" fmla="*/ 86 w 169"/>
                <a:gd name="T1" fmla="*/ 0 h 172"/>
                <a:gd name="T2" fmla="*/ 0 w 169"/>
                <a:gd name="T3" fmla="*/ 109 h 172"/>
                <a:gd name="T4" fmla="*/ 83 w 169"/>
                <a:gd name="T5" fmla="*/ 172 h 172"/>
                <a:gd name="T6" fmla="*/ 169 w 169"/>
                <a:gd name="T7" fmla="*/ 63 h 172"/>
                <a:gd name="T8" fmla="*/ 86 w 169"/>
                <a:gd name="T9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172">
                  <a:moveTo>
                    <a:pt x="86" y="0"/>
                  </a:moveTo>
                  <a:lnTo>
                    <a:pt x="0" y="109"/>
                  </a:lnTo>
                  <a:lnTo>
                    <a:pt x="83" y="172"/>
                  </a:lnTo>
                  <a:lnTo>
                    <a:pt x="169" y="63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0" name="任意多边形: 形状 9839"/>
            <p:cNvSpPr>
              <a:spLocks/>
            </p:cNvSpPr>
            <p:nvPr/>
          </p:nvSpPr>
          <p:spPr bwMode="auto">
            <a:xfrm>
              <a:off x="8110538" y="5364163"/>
              <a:ext cx="549275" cy="476250"/>
            </a:xfrm>
            <a:custGeom>
              <a:avLst/>
              <a:gdLst>
                <a:gd name="T0" fmla="*/ 62 w 346"/>
                <a:gd name="T1" fmla="*/ 0 h 300"/>
                <a:gd name="T2" fmla="*/ 0 w 346"/>
                <a:gd name="T3" fmla="*/ 77 h 300"/>
                <a:gd name="T4" fmla="*/ 284 w 346"/>
                <a:gd name="T5" fmla="*/ 300 h 300"/>
                <a:gd name="T6" fmla="*/ 346 w 346"/>
                <a:gd name="T7" fmla="*/ 221 h 300"/>
                <a:gd name="T8" fmla="*/ 62 w 346"/>
                <a:gd name="T9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00">
                  <a:moveTo>
                    <a:pt x="62" y="0"/>
                  </a:moveTo>
                  <a:lnTo>
                    <a:pt x="0" y="77"/>
                  </a:lnTo>
                  <a:lnTo>
                    <a:pt x="284" y="300"/>
                  </a:lnTo>
                  <a:lnTo>
                    <a:pt x="346" y="221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1" name="任意多边形: 形状 9840"/>
            <p:cNvSpPr>
              <a:spLocks/>
            </p:cNvSpPr>
            <p:nvPr/>
          </p:nvSpPr>
          <p:spPr bwMode="auto">
            <a:xfrm>
              <a:off x="7993063" y="5343525"/>
              <a:ext cx="180975" cy="187325"/>
            </a:xfrm>
            <a:custGeom>
              <a:avLst/>
              <a:gdLst>
                <a:gd name="T0" fmla="*/ 63 w 114"/>
                <a:gd name="T1" fmla="*/ 0 h 118"/>
                <a:gd name="T2" fmla="*/ 0 w 114"/>
                <a:gd name="T3" fmla="*/ 79 h 118"/>
                <a:gd name="T4" fmla="*/ 51 w 114"/>
                <a:gd name="T5" fmla="*/ 118 h 118"/>
                <a:gd name="T6" fmla="*/ 114 w 114"/>
                <a:gd name="T7" fmla="*/ 40 h 118"/>
                <a:gd name="T8" fmla="*/ 63 w 114"/>
                <a:gd name="T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18">
                  <a:moveTo>
                    <a:pt x="63" y="0"/>
                  </a:moveTo>
                  <a:lnTo>
                    <a:pt x="0" y="79"/>
                  </a:lnTo>
                  <a:lnTo>
                    <a:pt x="51" y="118"/>
                  </a:lnTo>
                  <a:lnTo>
                    <a:pt x="114" y="40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2" name="任意多边形: 形状 9841"/>
            <p:cNvSpPr>
              <a:spLocks/>
            </p:cNvSpPr>
            <p:nvPr/>
          </p:nvSpPr>
          <p:spPr bwMode="auto">
            <a:xfrm>
              <a:off x="8509001" y="5735638"/>
              <a:ext cx="268288" cy="273050"/>
            </a:xfrm>
            <a:custGeom>
              <a:avLst/>
              <a:gdLst>
                <a:gd name="T0" fmla="*/ 86 w 169"/>
                <a:gd name="T1" fmla="*/ 0 h 172"/>
                <a:gd name="T2" fmla="*/ 0 w 169"/>
                <a:gd name="T3" fmla="*/ 109 h 172"/>
                <a:gd name="T4" fmla="*/ 83 w 169"/>
                <a:gd name="T5" fmla="*/ 172 h 172"/>
                <a:gd name="T6" fmla="*/ 169 w 169"/>
                <a:gd name="T7" fmla="*/ 63 h 172"/>
                <a:gd name="T8" fmla="*/ 86 w 169"/>
                <a:gd name="T9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172">
                  <a:moveTo>
                    <a:pt x="86" y="0"/>
                  </a:moveTo>
                  <a:lnTo>
                    <a:pt x="0" y="109"/>
                  </a:lnTo>
                  <a:lnTo>
                    <a:pt x="83" y="172"/>
                  </a:lnTo>
                  <a:lnTo>
                    <a:pt x="169" y="63"/>
                  </a:lnTo>
                  <a:lnTo>
                    <a:pt x="86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3" name="任意多边形: 形状 9842"/>
            <p:cNvSpPr>
              <a:spLocks/>
            </p:cNvSpPr>
            <p:nvPr/>
          </p:nvSpPr>
          <p:spPr bwMode="auto">
            <a:xfrm>
              <a:off x="8074026" y="5407025"/>
              <a:ext cx="550863" cy="477838"/>
            </a:xfrm>
            <a:custGeom>
              <a:avLst/>
              <a:gdLst>
                <a:gd name="T0" fmla="*/ 63 w 347"/>
                <a:gd name="T1" fmla="*/ 0 h 301"/>
                <a:gd name="T2" fmla="*/ 0 w 347"/>
                <a:gd name="T3" fmla="*/ 78 h 301"/>
                <a:gd name="T4" fmla="*/ 285 w 347"/>
                <a:gd name="T5" fmla="*/ 301 h 301"/>
                <a:gd name="T6" fmla="*/ 347 w 347"/>
                <a:gd name="T7" fmla="*/ 222 h 301"/>
                <a:gd name="T8" fmla="*/ 63 w 347"/>
                <a:gd name="T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301">
                  <a:moveTo>
                    <a:pt x="63" y="0"/>
                  </a:moveTo>
                  <a:lnTo>
                    <a:pt x="0" y="78"/>
                  </a:lnTo>
                  <a:lnTo>
                    <a:pt x="285" y="301"/>
                  </a:lnTo>
                  <a:lnTo>
                    <a:pt x="347" y="222"/>
                  </a:lnTo>
                  <a:lnTo>
                    <a:pt x="63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4" name="任意多边形: 形状 9843"/>
            <p:cNvSpPr>
              <a:spLocks/>
            </p:cNvSpPr>
            <p:nvPr/>
          </p:nvSpPr>
          <p:spPr bwMode="auto">
            <a:xfrm>
              <a:off x="7993063" y="5343525"/>
              <a:ext cx="180975" cy="187325"/>
            </a:xfrm>
            <a:custGeom>
              <a:avLst/>
              <a:gdLst>
                <a:gd name="T0" fmla="*/ 63 w 114"/>
                <a:gd name="T1" fmla="*/ 0 h 118"/>
                <a:gd name="T2" fmla="*/ 0 w 114"/>
                <a:gd name="T3" fmla="*/ 79 h 118"/>
                <a:gd name="T4" fmla="*/ 51 w 114"/>
                <a:gd name="T5" fmla="*/ 118 h 118"/>
                <a:gd name="T6" fmla="*/ 114 w 114"/>
                <a:gd name="T7" fmla="*/ 40 h 118"/>
                <a:gd name="T8" fmla="*/ 63 w 114"/>
                <a:gd name="T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18">
                  <a:moveTo>
                    <a:pt x="63" y="0"/>
                  </a:moveTo>
                  <a:lnTo>
                    <a:pt x="0" y="79"/>
                  </a:lnTo>
                  <a:lnTo>
                    <a:pt x="51" y="118"/>
                  </a:lnTo>
                  <a:lnTo>
                    <a:pt x="114" y="40"/>
                  </a:lnTo>
                  <a:lnTo>
                    <a:pt x="63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5" name="任意多边形: 形状 9844"/>
            <p:cNvSpPr>
              <a:spLocks/>
            </p:cNvSpPr>
            <p:nvPr/>
          </p:nvSpPr>
          <p:spPr bwMode="auto">
            <a:xfrm>
              <a:off x="8489951" y="5648325"/>
              <a:ext cx="1014413" cy="998538"/>
            </a:xfrm>
            <a:custGeom>
              <a:avLst/>
              <a:gdLst>
                <a:gd name="T0" fmla="*/ 267 w 346"/>
                <a:gd name="T1" fmla="*/ 52 h 341"/>
                <a:gd name="T2" fmla="*/ 53 w 346"/>
                <a:gd name="T3" fmla="*/ 77 h 341"/>
                <a:gd name="T4" fmla="*/ 79 w 346"/>
                <a:gd name="T5" fmla="*/ 290 h 341"/>
                <a:gd name="T6" fmla="*/ 294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3" y="77"/>
                  </a:cubicBezTo>
                  <a:cubicBezTo>
                    <a:pt x="0" y="143"/>
                    <a:pt x="12" y="238"/>
                    <a:pt x="79" y="290"/>
                  </a:cubicBezTo>
                  <a:cubicBezTo>
                    <a:pt x="145" y="341"/>
                    <a:pt x="241" y="330"/>
                    <a:pt x="294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6" name="任意多边形: 形状 9845"/>
            <p:cNvSpPr>
              <a:spLocks/>
            </p:cNvSpPr>
            <p:nvPr/>
          </p:nvSpPr>
          <p:spPr bwMode="auto">
            <a:xfrm>
              <a:off x="8523288" y="5576888"/>
              <a:ext cx="1012825" cy="1000125"/>
            </a:xfrm>
            <a:custGeom>
              <a:avLst/>
              <a:gdLst>
                <a:gd name="T0" fmla="*/ 267 w 346"/>
                <a:gd name="T1" fmla="*/ 52 h 341"/>
                <a:gd name="T2" fmla="*/ 52 w 346"/>
                <a:gd name="T3" fmla="*/ 77 h 341"/>
                <a:gd name="T4" fmla="*/ 79 w 346"/>
                <a:gd name="T5" fmla="*/ 290 h 341"/>
                <a:gd name="T6" fmla="*/ 293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2" y="77"/>
                  </a:cubicBezTo>
                  <a:cubicBezTo>
                    <a:pt x="0" y="142"/>
                    <a:pt x="12" y="238"/>
                    <a:pt x="79" y="290"/>
                  </a:cubicBezTo>
                  <a:cubicBezTo>
                    <a:pt x="145" y="341"/>
                    <a:pt x="241" y="330"/>
                    <a:pt x="293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7" name="任意多边形: 形状 9846"/>
            <p:cNvSpPr>
              <a:spLocks/>
            </p:cNvSpPr>
            <p:nvPr/>
          </p:nvSpPr>
          <p:spPr bwMode="auto">
            <a:xfrm>
              <a:off x="8489951" y="5648325"/>
              <a:ext cx="1014413" cy="998538"/>
            </a:xfrm>
            <a:custGeom>
              <a:avLst/>
              <a:gdLst>
                <a:gd name="T0" fmla="*/ 267 w 346"/>
                <a:gd name="T1" fmla="*/ 52 h 341"/>
                <a:gd name="T2" fmla="*/ 53 w 346"/>
                <a:gd name="T3" fmla="*/ 77 h 341"/>
                <a:gd name="T4" fmla="*/ 79 w 346"/>
                <a:gd name="T5" fmla="*/ 290 h 341"/>
                <a:gd name="T6" fmla="*/ 294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3" y="77"/>
                  </a:cubicBezTo>
                  <a:cubicBezTo>
                    <a:pt x="0" y="143"/>
                    <a:pt x="12" y="238"/>
                    <a:pt x="79" y="290"/>
                  </a:cubicBezTo>
                  <a:cubicBezTo>
                    <a:pt x="145" y="341"/>
                    <a:pt x="241" y="330"/>
                    <a:pt x="294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8" name="任意多边形: 形状 9847"/>
            <p:cNvSpPr>
              <a:spLocks/>
            </p:cNvSpPr>
            <p:nvPr/>
          </p:nvSpPr>
          <p:spPr bwMode="auto">
            <a:xfrm>
              <a:off x="8631238" y="5788025"/>
              <a:ext cx="731838" cy="720725"/>
            </a:xfrm>
            <a:custGeom>
              <a:avLst/>
              <a:gdLst>
                <a:gd name="T0" fmla="*/ 193 w 250"/>
                <a:gd name="T1" fmla="*/ 37 h 246"/>
                <a:gd name="T2" fmla="*/ 38 w 250"/>
                <a:gd name="T3" fmla="*/ 55 h 246"/>
                <a:gd name="T4" fmla="*/ 57 w 250"/>
                <a:gd name="T5" fmla="*/ 209 h 246"/>
                <a:gd name="T6" fmla="*/ 212 w 250"/>
                <a:gd name="T7" fmla="*/ 191 h 246"/>
                <a:gd name="T8" fmla="*/ 193 w 250"/>
                <a:gd name="T9" fmla="*/ 37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246">
                  <a:moveTo>
                    <a:pt x="193" y="37"/>
                  </a:moveTo>
                  <a:cubicBezTo>
                    <a:pt x="145" y="0"/>
                    <a:pt x="76" y="8"/>
                    <a:pt x="38" y="55"/>
                  </a:cubicBezTo>
                  <a:cubicBezTo>
                    <a:pt x="0" y="102"/>
                    <a:pt x="9" y="171"/>
                    <a:pt x="57" y="209"/>
                  </a:cubicBezTo>
                  <a:cubicBezTo>
                    <a:pt x="105" y="246"/>
                    <a:pt x="175" y="238"/>
                    <a:pt x="212" y="191"/>
                  </a:cubicBezTo>
                  <a:cubicBezTo>
                    <a:pt x="250" y="143"/>
                    <a:pt x="241" y="75"/>
                    <a:pt x="193" y="37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9" name="任意多边形: 形状 9848"/>
            <p:cNvSpPr>
              <a:spLocks/>
            </p:cNvSpPr>
            <p:nvPr/>
          </p:nvSpPr>
          <p:spPr bwMode="auto">
            <a:xfrm>
              <a:off x="8631238" y="5788025"/>
              <a:ext cx="731838" cy="720725"/>
            </a:xfrm>
            <a:custGeom>
              <a:avLst/>
              <a:gdLst>
                <a:gd name="T0" fmla="*/ 193 w 250"/>
                <a:gd name="T1" fmla="*/ 37 h 246"/>
                <a:gd name="T2" fmla="*/ 38 w 250"/>
                <a:gd name="T3" fmla="*/ 55 h 246"/>
                <a:gd name="T4" fmla="*/ 57 w 250"/>
                <a:gd name="T5" fmla="*/ 209 h 246"/>
                <a:gd name="T6" fmla="*/ 212 w 250"/>
                <a:gd name="T7" fmla="*/ 191 h 246"/>
                <a:gd name="T8" fmla="*/ 193 w 250"/>
                <a:gd name="T9" fmla="*/ 37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246">
                  <a:moveTo>
                    <a:pt x="193" y="37"/>
                  </a:moveTo>
                  <a:cubicBezTo>
                    <a:pt x="145" y="0"/>
                    <a:pt x="76" y="8"/>
                    <a:pt x="38" y="55"/>
                  </a:cubicBezTo>
                  <a:cubicBezTo>
                    <a:pt x="0" y="102"/>
                    <a:pt x="9" y="171"/>
                    <a:pt x="57" y="209"/>
                  </a:cubicBezTo>
                  <a:cubicBezTo>
                    <a:pt x="105" y="246"/>
                    <a:pt x="175" y="238"/>
                    <a:pt x="212" y="191"/>
                  </a:cubicBezTo>
                  <a:cubicBezTo>
                    <a:pt x="250" y="143"/>
                    <a:pt x="241" y="75"/>
                    <a:pt x="193" y="37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0" name="任意多边形: 形状 9849"/>
            <p:cNvSpPr>
              <a:spLocks/>
            </p:cNvSpPr>
            <p:nvPr/>
          </p:nvSpPr>
          <p:spPr bwMode="auto">
            <a:xfrm>
              <a:off x="8947151" y="6380163"/>
              <a:ext cx="149225" cy="26988"/>
            </a:xfrm>
            <a:custGeom>
              <a:avLst/>
              <a:gdLst>
                <a:gd name="T0" fmla="*/ 0 w 51"/>
                <a:gd name="T1" fmla="*/ 4 h 9"/>
                <a:gd name="T2" fmla="*/ 51 w 51"/>
                <a:gd name="T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1" h="9">
                  <a:moveTo>
                    <a:pt x="0" y="4"/>
                  </a:moveTo>
                  <a:cubicBezTo>
                    <a:pt x="17" y="9"/>
                    <a:pt x="37" y="8"/>
                    <a:pt x="51" y="0"/>
                  </a:cubicBezTo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1" name="任意多边形: 形状 9850"/>
            <p:cNvSpPr>
              <a:spLocks/>
            </p:cNvSpPr>
            <p:nvPr/>
          </p:nvSpPr>
          <p:spPr bwMode="auto">
            <a:xfrm>
              <a:off x="1565276" y="5021263"/>
              <a:ext cx="1416050" cy="1139825"/>
            </a:xfrm>
            <a:custGeom>
              <a:avLst/>
              <a:gdLst>
                <a:gd name="T0" fmla="*/ 401 w 483"/>
                <a:gd name="T1" fmla="*/ 0 h 389"/>
                <a:gd name="T2" fmla="*/ 471 w 483"/>
                <a:gd name="T3" fmla="*/ 226 h 389"/>
                <a:gd name="T4" fmla="*/ 292 w 483"/>
                <a:gd name="T5" fmla="*/ 355 h 389"/>
                <a:gd name="T6" fmla="*/ 71 w 483"/>
                <a:gd name="T7" fmla="*/ 349 h 389"/>
                <a:gd name="T8" fmla="*/ 0 w 483"/>
                <a:gd name="T9" fmla="*/ 123 h 389"/>
                <a:gd name="T10" fmla="*/ 401 w 483"/>
                <a:gd name="T11" fmla="*/ 0 h 3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3" h="389">
                  <a:moveTo>
                    <a:pt x="401" y="0"/>
                  </a:moveTo>
                  <a:cubicBezTo>
                    <a:pt x="471" y="226"/>
                    <a:pt x="471" y="226"/>
                    <a:pt x="471" y="226"/>
                  </a:cubicBezTo>
                  <a:cubicBezTo>
                    <a:pt x="483" y="263"/>
                    <a:pt x="403" y="321"/>
                    <a:pt x="292" y="355"/>
                  </a:cubicBezTo>
                  <a:cubicBezTo>
                    <a:pt x="182" y="389"/>
                    <a:pt x="82" y="386"/>
                    <a:pt x="71" y="349"/>
                  </a:cubicBezTo>
                  <a:cubicBezTo>
                    <a:pt x="0" y="123"/>
                    <a:pt x="0" y="123"/>
                    <a:pt x="0" y="123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/>
            </a:solidFill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2" name="任意多边形: 形状 9851"/>
            <p:cNvSpPr>
              <a:spLocks/>
            </p:cNvSpPr>
            <p:nvPr/>
          </p:nvSpPr>
          <p:spPr bwMode="auto">
            <a:xfrm>
              <a:off x="1706563" y="5614988"/>
              <a:ext cx="1244600" cy="601663"/>
            </a:xfrm>
            <a:custGeom>
              <a:avLst/>
              <a:gdLst>
                <a:gd name="T0" fmla="*/ 221 w 425"/>
                <a:gd name="T1" fmla="*/ 129 h 205"/>
                <a:gd name="T2" fmla="*/ 400 w 425"/>
                <a:gd name="T3" fmla="*/ 0 h 205"/>
                <a:gd name="T4" fmla="*/ 413 w 425"/>
                <a:gd name="T5" fmla="*/ 41 h 205"/>
                <a:gd name="T6" fmla="*/ 234 w 425"/>
                <a:gd name="T7" fmla="*/ 171 h 205"/>
                <a:gd name="T8" fmla="*/ 13 w 425"/>
                <a:gd name="T9" fmla="*/ 164 h 205"/>
                <a:gd name="T10" fmla="*/ 0 w 425"/>
                <a:gd name="T11" fmla="*/ 123 h 205"/>
                <a:gd name="T12" fmla="*/ 221 w 425"/>
                <a:gd name="T13" fmla="*/ 129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205">
                  <a:moveTo>
                    <a:pt x="221" y="129"/>
                  </a:moveTo>
                  <a:cubicBezTo>
                    <a:pt x="332" y="95"/>
                    <a:pt x="412" y="37"/>
                    <a:pt x="400" y="0"/>
                  </a:cubicBezTo>
                  <a:cubicBezTo>
                    <a:pt x="413" y="41"/>
                    <a:pt x="413" y="41"/>
                    <a:pt x="413" y="41"/>
                  </a:cubicBezTo>
                  <a:cubicBezTo>
                    <a:pt x="425" y="79"/>
                    <a:pt x="345" y="137"/>
                    <a:pt x="234" y="171"/>
                  </a:cubicBezTo>
                  <a:cubicBezTo>
                    <a:pt x="124" y="205"/>
                    <a:pt x="25" y="202"/>
                    <a:pt x="13" y="164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11" y="160"/>
                    <a:pt x="111" y="163"/>
                    <a:pt x="221" y="129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3" name="任意多边形: 形状 9852"/>
            <p:cNvSpPr>
              <a:spLocks/>
            </p:cNvSpPr>
            <p:nvPr/>
          </p:nvSpPr>
          <p:spPr bwMode="auto">
            <a:xfrm>
              <a:off x="1735138" y="5559425"/>
              <a:ext cx="1246188" cy="601663"/>
            </a:xfrm>
            <a:custGeom>
              <a:avLst/>
              <a:gdLst>
                <a:gd name="T0" fmla="*/ 221 w 425"/>
                <a:gd name="T1" fmla="*/ 129 h 205"/>
                <a:gd name="T2" fmla="*/ 400 w 425"/>
                <a:gd name="T3" fmla="*/ 0 h 205"/>
                <a:gd name="T4" fmla="*/ 413 w 425"/>
                <a:gd name="T5" fmla="*/ 42 h 205"/>
                <a:gd name="T6" fmla="*/ 234 w 425"/>
                <a:gd name="T7" fmla="*/ 171 h 205"/>
                <a:gd name="T8" fmla="*/ 13 w 425"/>
                <a:gd name="T9" fmla="*/ 165 h 205"/>
                <a:gd name="T10" fmla="*/ 0 w 425"/>
                <a:gd name="T11" fmla="*/ 123 h 205"/>
                <a:gd name="T12" fmla="*/ 221 w 425"/>
                <a:gd name="T13" fmla="*/ 129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205">
                  <a:moveTo>
                    <a:pt x="221" y="129"/>
                  </a:moveTo>
                  <a:cubicBezTo>
                    <a:pt x="332" y="95"/>
                    <a:pt x="412" y="38"/>
                    <a:pt x="400" y="0"/>
                  </a:cubicBezTo>
                  <a:cubicBezTo>
                    <a:pt x="413" y="42"/>
                    <a:pt x="413" y="42"/>
                    <a:pt x="413" y="42"/>
                  </a:cubicBezTo>
                  <a:cubicBezTo>
                    <a:pt x="425" y="79"/>
                    <a:pt x="345" y="137"/>
                    <a:pt x="234" y="171"/>
                  </a:cubicBezTo>
                  <a:cubicBezTo>
                    <a:pt x="124" y="205"/>
                    <a:pt x="24" y="202"/>
                    <a:pt x="13" y="165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11" y="160"/>
                    <a:pt x="111" y="163"/>
                    <a:pt x="221" y="129"/>
                  </a:cubicBez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4" name="任意多边形: 形状 9853"/>
            <p:cNvSpPr>
              <a:spLocks/>
            </p:cNvSpPr>
            <p:nvPr/>
          </p:nvSpPr>
          <p:spPr bwMode="auto">
            <a:xfrm>
              <a:off x="1277938" y="4883150"/>
              <a:ext cx="1784350" cy="747713"/>
            </a:xfrm>
            <a:custGeom>
              <a:avLst/>
              <a:gdLst>
                <a:gd name="T0" fmla="*/ 0 w 1124"/>
                <a:gd name="T1" fmla="*/ 408 h 471"/>
                <a:gd name="T2" fmla="*/ 635 w 1124"/>
                <a:gd name="T3" fmla="*/ 471 h 471"/>
                <a:gd name="T4" fmla="*/ 1124 w 1124"/>
                <a:gd name="T5" fmla="*/ 63 h 471"/>
                <a:gd name="T6" fmla="*/ 488 w 1124"/>
                <a:gd name="T7" fmla="*/ 0 h 471"/>
                <a:gd name="T8" fmla="*/ 0 w 1124"/>
                <a:gd name="T9" fmla="*/ 408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1">
                  <a:moveTo>
                    <a:pt x="0" y="408"/>
                  </a:moveTo>
                  <a:lnTo>
                    <a:pt x="635" y="471"/>
                  </a:lnTo>
                  <a:lnTo>
                    <a:pt x="1124" y="63"/>
                  </a:lnTo>
                  <a:lnTo>
                    <a:pt x="488" y="0"/>
                  </a:lnTo>
                  <a:lnTo>
                    <a:pt x="0" y="4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5" name="任意多边形: 形状 9854"/>
            <p:cNvSpPr>
              <a:spLocks/>
            </p:cNvSpPr>
            <p:nvPr/>
          </p:nvSpPr>
          <p:spPr bwMode="auto">
            <a:xfrm>
              <a:off x="1128713" y="4926013"/>
              <a:ext cx="1784350" cy="750888"/>
            </a:xfrm>
            <a:custGeom>
              <a:avLst/>
              <a:gdLst>
                <a:gd name="T0" fmla="*/ 0 w 1124"/>
                <a:gd name="T1" fmla="*/ 408 h 473"/>
                <a:gd name="T2" fmla="*/ 637 w 1124"/>
                <a:gd name="T3" fmla="*/ 473 h 473"/>
                <a:gd name="T4" fmla="*/ 1124 w 1124"/>
                <a:gd name="T5" fmla="*/ 65 h 473"/>
                <a:gd name="T6" fmla="*/ 487 w 1124"/>
                <a:gd name="T7" fmla="*/ 0 h 473"/>
                <a:gd name="T8" fmla="*/ 0 w 1124"/>
                <a:gd name="T9" fmla="*/ 408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3">
                  <a:moveTo>
                    <a:pt x="0" y="408"/>
                  </a:moveTo>
                  <a:lnTo>
                    <a:pt x="637" y="473"/>
                  </a:lnTo>
                  <a:lnTo>
                    <a:pt x="1124" y="65"/>
                  </a:lnTo>
                  <a:lnTo>
                    <a:pt x="487" y="0"/>
                  </a:lnTo>
                  <a:lnTo>
                    <a:pt x="0" y="40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6" name="任意多边形: 形状 9855"/>
            <p:cNvSpPr>
              <a:spLocks/>
            </p:cNvSpPr>
            <p:nvPr/>
          </p:nvSpPr>
          <p:spPr bwMode="auto">
            <a:xfrm>
              <a:off x="1277938" y="4883150"/>
              <a:ext cx="1784350" cy="747713"/>
            </a:xfrm>
            <a:custGeom>
              <a:avLst/>
              <a:gdLst>
                <a:gd name="T0" fmla="*/ 0 w 1124"/>
                <a:gd name="T1" fmla="*/ 408 h 471"/>
                <a:gd name="T2" fmla="*/ 635 w 1124"/>
                <a:gd name="T3" fmla="*/ 471 h 471"/>
                <a:gd name="T4" fmla="*/ 1124 w 1124"/>
                <a:gd name="T5" fmla="*/ 63 h 471"/>
                <a:gd name="T6" fmla="*/ 488 w 1124"/>
                <a:gd name="T7" fmla="*/ 0 h 471"/>
                <a:gd name="T8" fmla="*/ 0 w 1124"/>
                <a:gd name="T9" fmla="*/ 408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1">
                  <a:moveTo>
                    <a:pt x="0" y="408"/>
                  </a:moveTo>
                  <a:lnTo>
                    <a:pt x="635" y="471"/>
                  </a:lnTo>
                  <a:lnTo>
                    <a:pt x="1124" y="63"/>
                  </a:lnTo>
                  <a:lnTo>
                    <a:pt x="488" y="0"/>
                  </a:lnTo>
                  <a:lnTo>
                    <a:pt x="0" y="408"/>
                  </a:ln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7" name="任意多边形: 形状 9856"/>
            <p:cNvSpPr>
              <a:spLocks/>
            </p:cNvSpPr>
            <p:nvPr/>
          </p:nvSpPr>
          <p:spPr bwMode="auto">
            <a:xfrm>
              <a:off x="1277938" y="5257800"/>
              <a:ext cx="890588" cy="738188"/>
            </a:xfrm>
            <a:custGeom>
              <a:avLst/>
              <a:gdLst>
                <a:gd name="T0" fmla="*/ 561 w 561"/>
                <a:gd name="T1" fmla="*/ 0 h 465"/>
                <a:gd name="T2" fmla="*/ 0 w 561"/>
                <a:gd name="T3" fmla="*/ 172 h 465"/>
                <a:gd name="T4" fmla="*/ 91 w 561"/>
                <a:gd name="T5" fmla="*/ 465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1" h="465">
                  <a:moveTo>
                    <a:pt x="561" y="0"/>
                  </a:moveTo>
                  <a:lnTo>
                    <a:pt x="0" y="172"/>
                  </a:lnTo>
                  <a:lnTo>
                    <a:pt x="91" y="465"/>
                  </a:lnTo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8" name="任意多边形: 形状 9857"/>
            <p:cNvSpPr>
              <a:spLocks/>
            </p:cNvSpPr>
            <p:nvPr/>
          </p:nvSpPr>
          <p:spPr bwMode="auto">
            <a:xfrm>
              <a:off x="1325563" y="5995988"/>
              <a:ext cx="152400" cy="152400"/>
            </a:xfrm>
            <a:custGeom>
              <a:avLst/>
              <a:gdLst>
                <a:gd name="T0" fmla="*/ 4 w 52"/>
                <a:gd name="T1" fmla="*/ 33 h 52"/>
                <a:gd name="T2" fmla="*/ 33 w 52"/>
                <a:gd name="T3" fmla="*/ 48 h 52"/>
                <a:gd name="T4" fmla="*/ 48 w 52"/>
                <a:gd name="T5" fmla="*/ 19 h 52"/>
                <a:gd name="T6" fmla="*/ 19 w 52"/>
                <a:gd name="T7" fmla="*/ 4 h 52"/>
                <a:gd name="T8" fmla="*/ 4 w 52"/>
                <a:gd name="T9" fmla="*/ 33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2">
                  <a:moveTo>
                    <a:pt x="4" y="33"/>
                  </a:moveTo>
                  <a:cubicBezTo>
                    <a:pt x="8" y="45"/>
                    <a:pt x="21" y="52"/>
                    <a:pt x="33" y="48"/>
                  </a:cubicBezTo>
                  <a:cubicBezTo>
                    <a:pt x="45" y="44"/>
                    <a:pt x="52" y="31"/>
                    <a:pt x="48" y="19"/>
                  </a:cubicBezTo>
                  <a:cubicBezTo>
                    <a:pt x="44" y="7"/>
                    <a:pt x="31" y="0"/>
                    <a:pt x="19" y="4"/>
                  </a:cubicBezTo>
                  <a:cubicBezTo>
                    <a:pt x="7" y="8"/>
                    <a:pt x="0" y="21"/>
                    <a:pt x="4" y="33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9" name="任意多边形: 形状 9858"/>
            <p:cNvSpPr>
              <a:spLocks/>
            </p:cNvSpPr>
            <p:nvPr/>
          </p:nvSpPr>
          <p:spPr bwMode="auto">
            <a:xfrm>
              <a:off x="1366838" y="5984875"/>
              <a:ext cx="152400" cy="149225"/>
            </a:xfrm>
            <a:custGeom>
              <a:avLst/>
              <a:gdLst>
                <a:gd name="T0" fmla="*/ 4 w 52"/>
                <a:gd name="T1" fmla="*/ 32 h 51"/>
                <a:gd name="T2" fmla="*/ 33 w 52"/>
                <a:gd name="T3" fmla="*/ 47 h 51"/>
                <a:gd name="T4" fmla="*/ 48 w 52"/>
                <a:gd name="T5" fmla="*/ 19 h 51"/>
                <a:gd name="T6" fmla="*/ 19 w 52"/>
                <a:gd name="T7" fmla="*/ 4 h 51"/>
                <a:gd name="T8" fmla="*/ 4 w 52"/>
                <a:gd name="T9" fmla="*/ 3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1">
                  <a:moveTo>
                    <a:pt x="4" y="32"/>
                  </a:moveTo>
                  <a:cubicBezTo>
                    <a:pt x="8" y="44"/>
                    <a:pt x="21" y="51"/>
                    <a:pt x="33" y="47"/>
                  </a:cubicBezTo>
                  <a:cubicBezTo>
                    <a:pt x="45" y="44"/>
                    <a:pt x="52" y="31"/>
                    <a:pt x="48" y="19"/>
                  </a:cubicBezTo>
                  <a:cubicBezTo>
                    <a:pt x="45" y="7"/>
                    <a:pt x="32" y="0"/>
                    <a:pt x="19" y="4"/>
                  </a:cubicBezTo>
                  <a:cubicBezTo>
                    <a:pt x="7" y="7"/>
                    <a:pt x="0" y="20"/>
                    <a:pt x="4" y="32"/>
                  </a:cubicBez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0" name="任意多边形: 形状 9859"/>
            <p:cNvSpPr>
              <a:spLocks/>
            </p:cNvSpPr>
            <p:nvPr/>
          </p:nvSpPr>
          <p:spPr bwMode="auto">
            <a:xfrm>
              <a:off x="1463676" y="6122988"/>
              <a:ext cx="42863" cy="134938"/>
            </a:xfrm>
            <a:custGeom>
              <a:avLst/>
              <a:gdLst>
                <a:gd name="T0" fmla="*/ 0 w 27"/>
                <a:gd name="T1" fmla="*/ 0 h 85"/>
                <a:gd name="T2" fmla="*/ 27 w 27"/>
                <a:gd name="T3" fmla="*/ 85 h 85"/>
                <a:gd name="T4" fmla="*/ 0 w 27"/>
                <a:gd name="T5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" h="85">
                  <a:moveTo>
                    <a:pt x="0" y="0"/>
                  </a:moveTo>
                  <a:lnTo>
                    <a:pt x="27" y="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1" name="直接连接符 9860"/>
            <p:cNvSpPr>
              <a:spLocks noChangeShapeType="1"/>
            </p:cNvSpPr>
            <p:nvPr/>
          </p:nvSpPr>
          <p:spPr bwMode="auto">
            <a:xfrm>
              <a:off x="1463676" y="6122988"/>
              <a:ext cx="42863" cy="134938"/>
            </a:xfrm>
            <a:prstGeom prst="line">
              <a:avLst/>
            </a:pr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2" name="任意多边形: 形状 9861"/>
            <p:cNvSpPr>
              <a:spLocks/>
            </p:cNvSpPr>
            <p:nvPr/>
          </p:nvSpPr>
          <p:spPr bwMode="auto">
            <a:xfrm>
              <a:off x="247651" y="4492625"/>
              <a:ext cx="228600" cy="280988"/>
            </a:xfrm>
            <a:custGeom>
              <a:avLst/>
              <a:gdLst>
                <a:gd name="T0" fmla="*/ 2 w 78"/>
                <a:gd name="T1" fmla="*/ 44 h 96"/>
                <a:gd name="T2" fmla="*/ 2 w 78"/>
                <a:gd name="T3" fmla="*/ 44 h 96"/>
                <a:gd name="T4" fmla="*/ 44 w 78"/>
                <a:gd name="T5" fmla="*/ 94 h 96"/>
                <a:gd name="T6" fmla="*/ 69 w 78"/>
                <a:gd name="T7" fmla="*/ 96 h 96"/>
                <a:gd name="T8" fmla="*/ 78 w 78"/>
                <a:gd name="T9" fmla="*/ 5 h 96"/>
                <a:gd name="T10" fmla="*/ 53 w 78"/>
                <a:gd name="T11" fmla="*/ 3 h 96"/>
                <a:gd name="T12" fmla="*/ 2 w 78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96">
                  <a:moveTo>
                    <a:pt x="2" y="44"/>
                  </a:moveTo>
                  <a:cubicBezTo>
                    <a:pt x="2" y="44"/>
                    <a:pt x="2" y="44"/>
                    <a:pt x="2" y="44"/>
                  </a:cubicBezTo>
                  <a:cubicBezTo>
                    <a:pt x="0" y="69"/>
                    <a:pt x="18" y="91"/>
                    <a:pt x="44" y="94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78" y="5"/>
                    <a:pt x="78" y="5"/>
                    <a:pt x="78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7" y="0"/>
                    <a:pt x="5" y="19"/>
                    <a:pt x="2" y="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3" name="任意多边形: 形状 9862"/>
            <p:cNvSpPr>
              <a:spLocks/>
            </p:cNvSpPr>
            <p:nvPr/>
          </p:nvSpPr>
          <p:spPr bwMode="auto">
            <a:xfrm>
              <a:off x="449263" y="4506913"/>
              <a:ext cx="144463" cy="279400"/>
            </a:xfrm>
            <a:custGeom>
              <a:avLst/>
              <a:gdLst>
                <a:gd name="T0" fmla="*/ 72 w 91"/>
                <a:gd name="T1" fmla="*/ 176 h 176"/>
                <a:gd name="T2" fmla="*/ 0 w 91"/>
                <a:gd name="T3" fmla="*/ 168 h 176"/>
                <a:gd name="T4" fmla="*/ 17 w 91"/>
                <a:gd name="T5" fmla="*/ 0 h 176"/>
                <a:gd name="T6" fmla="*/ 91 w 91"/>
                <a:gd name="T7" fmla="*/ 8 h 176"/>
                <a:gd name="T8" fmla="*/ 72 w 91"/>
                <a:gd name="T9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176">
                  <a:moveTo>
                    <a:pt x="72" y="176"/>
                  </a:moveTo>
                  <a:lnTo>
                    <a:pt x="0" y="168"/>
                  </a:lnTo>
                  <a:lnTo>
                    <a:pt x="17" y="0"/>
                  </a:lnTo>
                  <a:lnTo>
                    <a:pt x="91" y="8"/>
                  </a:lnTo>
                  <a:lnTo>
                    <a:pt x="72" y="1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4" name="任意多边形: 形状 9863"/>
            <p:cNvSpPr>
              <a:spLocks/>
            </p:cNvSpPr>
            <p:nvPr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  <a:gd name="T8" fmla="*/ 419 w 436"/>
                <a:gd name="T9" fmla="*/ 208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  <a:lnTo>
                    <a:pt x="419" y="2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5" name="任意多边形: 形状 9864"/>
            <p:cNvSpPr>
              <a:spLocks/>
            </p:cNvSpPr>
            <p:nvPr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6" name="任意多边形: 形状 9865"/>
            <p:cNvSpPr>
              <a:spLocks/>
            </p:cNvSpPr>
            <p:nvPr/>
          </p:nvSpPr>
          <p:spPr bwMode="auto">
            <a:xfrm>
              <a:off x="1128713" y="4583113"/>
              <a:ext cx="349250" cy="266700"/>
            </a:xfrm>
            <a:custGeom>
              <a:avLst/>
              <a:gdLst>
                <a:gd name="T0" fmla="*/ 80 w 220"/>
                <a:gd name="T1" fmla="*/ 0 h 168"/>
                <a:gd name="T2" fmla="*/ 220 w 220"/>
                <a:gd name="T3" fmla="*/ 100 h 168"/>
                <a:gd name="T4" fmla="*/ 63 w 220"/>
                <a:gd name="T5" fmla="*/ 168 h 168"/>
                <a:gd name="T6" fmla="*/ 0 w 220"/>
                <a:gd name="T7" fmla="*/ 78 h 168"/>
                <a:gd name="T8" fmla="*/ 80 w 220"/>
                <a:gd name="T9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68">
                  <a:moveTo>
                    <a:pt x="80" y="0"/>
                  </a:moveTo>
                  <a:lnTo>
                    <a:pt x="220" y="100"/>
                  </a:lnTo>
                  <a:lnTo>
                    <a:pt x="63" y="168"/>
                  </a:lnTo>
                  <a:lnTo>
                    <a:pt x="0" y="78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7" name="任意多边形: 形状 9866"/>
            <p:cNvSpPr>
              <a:spLocks/>
            </p:cNvSpPr>
            <p:nvPr/>
          </p:nvSpPr>
          <p:spPr bwMode="auto">
            <a:xfrm>
              <a:off x="469901" y="4460875"/>
              <a:ext cx="100013" cy="274638"/>
            </a:xfrm>
            <a:custGeom>
              <a:avLst/>
              <a:gdLst>
                <a:gd name="T0" fmla="*/ 17 w 63"/>
                <a:gd name="T1" fmla="*/ 0 h 173"/>
                <a:gd name="T2" fmla="*/ 0 w 63"/>
                <a:gd name="T3" fmla="*/ 168 h 173"/>
                <a:gd name="T4" fmla="*/ 44 w 63"/>
                <a:gd name="T5" fmla="*/ 173 h 173"/>
                <a:gd name="T6" fmla="*/ 63 w 63"/>
                <a:gd name="T7" fmla="*/ 5 h 173"/>
                <a:gd name="T8" fmla="*/ 17 w 63"/>
                <a:gd name="T9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73">
                  <a:moveTo>
                    <a:pt x="17" y="0"/>
                  </a:moveTo>
                  <a:lnTo>
                    <a:pt x="0" y="168"/>
                  </a:lnTo>
                  <a:lnTo>
                    <a:pt x="44" y="173"/>
                  </a:lnTo>
                  <a:lnTo>
                    <a:pt x="63" y="5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8" name="任意多边形: 形状 9867"/>
            <p:cNvSpPr>
              <a:spLocks/>
            </p:cNvSpPr>
            <p:nvPr/>
          </p:nvSpPr>
          <p:spPr bwMode="auto">
            <a:xfrm>
              <a:off x="236538" y="4443413"/>
              <a:ext cx="230188" cy="280988"/>
            </a:xfrm>
            <a:custGeom>
              <a:avLst/>
              <a:gdLst>
                <a:gd name="T0" fmla="*/ 3 w 79"/>
                <a:gd name="T1" fmla="*/ 44 h 96"/>
                <a:gd name="T2" fmla="*/ 3 w 79"/>
                <a:gd name="T3" fmla="*/ 44 h 96"/>
                <a:gd name="T4" fmla="*/ 44 w 79"/>
                <a:gd name="T5" fmla="*/ 94 h 96"/>
                <a:gd name="T6" fmla="*/ 70 w 79"/>
                <a:gd name="T7" fmla="*/ 96 h 96"/>
                <a:gd name="T8" fmla="*/ 79 w 79"/>
                <a:gd name="T9" fmla="*/ 5 h 96"/>
                <a:gd name="T10" fmla="*/ 53 w 79"/>
                <a:gd name="T11" fmla="*/ 3 h 96"/>
                <a:gd name="T12" fmla="*/ 3 w 79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" h="96">
                  <a:moveTo>
                    <a:pt x="3" y="44"/>
                  </a:moveTo>
                  <a:cubicBezTo>
                    <a:pt x="3" y="44"/>
                    <a:pt x="3" y="44"/>
                    <a:pt x="3" y="44"/>
                  </a:cubicBezTo>
                  <a:cubicBezTo>
                    <a:pt x="0" y="69"/>
                    <a:pt x="19" y="91"/>
                    <a:pt x="44" y="94"/>
                  </a:cubicBezTo>
                  <a:cubicBezTo>
                    <a:pt x="70" y="96"/>
                    <a:pt x="70" y="96"/>
                    <a:pt x="70" y="96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8" y="0"/>
                    <a:pt x="5" y="19"/>
                    <a:pt x="3" y="44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9" name="任意多边形: 形状 9868"/>
            <p:cNvSpPr>
              <a:spLocks/>
            </p:cNvSpPr>
            <p:nvPr/>
          </p:nvSpPr>
          <p:spPr bwMode="auto">
            <a:xfrm>
              <a:off x="1336676" y="4651375"/>
              <a:ext cx="168275" cy="120650"/>
            </a:xfrm>
            <a:custGeom>
              <a:avLst/>
              <a:gdLst>
                <a:gd name="T0" fmla="*/ 34 w 106"/>
                <a:gd name="T1" fmla="*/ 76 h 76"/>
                <a:gd name="T2" fmla="*/ 0 w 106"/>
                <a:gd name="T3" fmla="*/ 33 h 76"/>
                <a:gd name="T4" fmla="*/ 41 w 106"/>
                <a:gd name="T5" fmla="*/ 0 h 76"/>
                <a:gd name="T6" fmla="*/ 106 w 106"/>
                <a:gd name="T7" fmla="*/ 44 h 76"/>
                <a:gd name="T8" fmla="*/ 34 w 106"/>
                <a:gd name="T9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76">
                  <a:moveTo>
                    <a:pt x="34" y="76"/>
                  </a:moveTo>
                  <a:lnTo>
                    <a:pt x="0" y="33"/>
                  </a:lnTo>
                  <a:lnTo>
                    <a:pt x="41" y="0"/>
                  </a:lnTo>
                  <a:lnTo>
                    <a:pt x="106" y="44"/>
                  </a:lnTo>
                  <a:lnTo>
                    <a:pt x="34" y="76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0" name="任意多边形: 形状 9869"/>
            <p:cNvSpPr>
              <a:spLocks/>
            </p:cNvSpPr>
            <p:nvPr/>
          </p:nvSpPr>
          <p:spPr bwMode="auto">
            <a:xfrm>
              <a:off x="584201" y="4471988"/>
              <a:ext cx="703263" cy="187325"/>
            </a:xfrm>
            <a:custGeom>
              <a:avLst/>
              <a:gdLst>
                <a:gd name="T0" fmla="*/ 375 w 443"/>
                <a:gd name="T1" fmla="*/ 118 h 118"/>
                <a:gd name="T2" fmla="*/ 0 w 443"/>
                <a:gd name="T3" fmla="*/ 82 h 118"/>
                <a:gd name="T4" fmla="*/ 7 w 443"/>
                <a:gd name="T5" fmla="*/ 0 h 118"/>
                <a:gd name="T6" fmla="*/ 443 w 443"/>
                <a:gd name="T7" fmla="*/ 43 h 118"/>
                <a:gd name="T8" fmla="*/ 375 w 443"/>
                <a:gd name="T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3" h="118">
                  <a:moveTo>
                    <a:pt x="375" y="118"/>
                  </a:moveTo>
                  <a:lnTo>
                    <a:pt x="0" y="82"/>
                  </a:lnTo>
                  <a:lnTo>
                    <a:pt x="7" y="0"/>
                  </a:lnTo>
                  <a:lnTo>
                    <a:pt x="443" y="43"/>
                  </a:lnTo>
                  <a:lnTo>
                    <a:pt x="375" y="11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1" name="任意多边形: 形状 9870"/>
            <p:cNvSpPr>
              <a:spLocks/>
            </p:cNvSpPr>
            <p:nvPr/>
          </p:nvSpPr>
          <p:spPr bwMode="auto">
            <a:xfrm>
              <a:off x="569913" y="4654550"/>
              <a:ext cx="627063" cy="152400"/>
            </a:xfrm>
            <a:custGeom>
              <a:avLst/>
              <a:gdLst>
                <a:gd name="T0" fmla="*/ 352 w 395"/>
                <a:gd name="T1" fmla="*/ 33 h 96"/>
                <a:gd name="T2" fmla="*/ 5 w 395"/>
                <a:gd name="T3" fmla="*/ 0 h 96"/>
                <a:gd name="T4" fmla="*/ 0 w 395"/>
                <a:gd name="T5" fmla="*/ 55 h 96"/>
                <a:gd name="T6" fmla="*/ 395 w 395"/>
                <a:gd name="T7" fmla="*/ 96 h 96"/>
                <a:gd name="T8" fmla="*/ 352 w 395"/>
                <a:gd name="T9" fmla="*/ 33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5" h="96">
                  <a:moveTo>
                    <a:pt x="352" y="33"/>
                  </a:moveTo>
                  <a:lnTo>
                    <a:pt x="5" y="0"/>
                  </a:lnTo>
                  <a:lnTo>
                    <a:pt x="0" y="55"/>
                  </a:lnTo>
                  <a:lnTo>
                    <a:pt x="395" y="96"/>
                  </a:lnTo>
                  <a:lnTo>
                    <a:pt x="352" y="33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2" name="任意多边形: 形状 9871"/>
            <p:cNvSpPr>
              <a:spLocks/>
            </p:cNvSpPr>
            <p:nvPr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3" name="任意多边形: 形状 9872"/>
            <p:cNvSpPr>
              <a:spLocks/>
            </p:cNvSpPr>
            <p:nvPr/>
          </p:nvSpPr>
          <p:spPr bwMode="auto">
            <a:xfrm>
              <a:off x="1128713" y="4583113"/>
              <a:ext cx="349250" cy="266700"/>
            </a:xfrm>
            <a:custGeom>
              <a:avLst/>
              <a:gdLst>
                <a:gd name="T0" fmla="*/ 80 w 220"/>
                <a:gd name="T1" fmla="*/ 0 h 168"/>
                <a:gd name="T2" fmla="*/ 220 w 220"/>
                <a:gd name="T3" fmla="*/ 100 h 168"/>
                <a:gd name="T4" fmla="*/ 63 w 220"/>
                <a:gd name="T5" fmla="*/ 168 h 168"/>
                <a:gd name="T6" fmla="*/ 0 w 220"/>
                <a:gd name="T7" fmla="*/ 78 h 168"/>
                <a:gd name="T8" fmla="*/ 80 w 220"/>
                <a:gd name="T9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68">
                  <a:moveTo>
                    <a:pt x="80" y="0"/>
                  </a:moveTo>
                  <a:lnTo>
                    <a:pt x="220" y="100"/>
                  </a:lnTo>
                  <a:lnTo>
                    <a:pt x="63" y="168"/>
                  </a:lnTo>
                  <a:lnTo>
                    <a:pt x="0" y="78"/>
                  </a:lnTo>
                  <a:lnTo>
                    <a:pt x="80" y="0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4" name="任意多边形: 形状 9873"/>
            <p:cNvSpPr>
              <a:spLocks/>
            </p:cNvSpPr>
            <p:nvPr/>
          </p:nvSpPr>
          <p:spPr bwMode="auto">
            <a:xfrm>
              <a:off x="1314451" y="4672013"/>
              <a:ext cx="63500" cy="120650"/>
            </a:xfrm>
            <a:custGeom>
              <a:avLst/>
              <a:gdLst>
                <a:gd name="T0" fmla="*/ 40 w 40"/>
                <a:gd name="T1" fmla="*/ 0 h 76"/>
                <a:gd name="T2" fmla="*/ 0 w 40"/>
                <a:gd name="T3" fmla="*/ 33 h 76"/>
                <a:gd name="T4" fmla="*/ 31 w 40"/>
                <a:gd name="T5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76">
                  <a:moveTo>
                    <a:pt x="40" y="0"/>
                  </a:moveTo>
                  <a:lnTo>
                    <a:pt x="0" y="33"/>
                  </a:lnTo>
                  <a:lnTo>
                    <a:pt x="31" y="76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5" name="任意多边形: 形状 9874"/>
            <p:cNvSpPr>
              <a:spLocks/>
            </p:cNvSpPr>
            <p:nvPr/>
          </p:nvSpPr>
          <p:spPr bwMode="auto">
            <a:xfrm>
              <a:off x="449263" y="4506913"/>
              <a:ext cx="26988" cy="266700"/>
            </a:xfrm>
            <a:custGeom>
              <a:avLst/>
              <a:gdLst>
                <a:gd name="T0" fmla="*/ 0 w 17"/>
                <a:gd name="T1" fmla="*/ 168 h 168"/>
                <a:gd name="T2" fmla="*/ 17 w 17"/>
                <a:gd name="T3" fmla="*/ 0 h 168"/>
                <a:gd name="T4" fmla="*/ 0 w 17"/>
                <a:gd name="T5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168">
                  <a:moveTo>
                    <a:pt x="0" y="168"/>
                  </a:moveTo>
                  <a:lnTo>
                    <a:pt x="17" y="0"/>
                  </a:lnTo>
                  <a:lnTo>
                    <a:pt x="0" y="1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6" name="直接连接符 9875"/>
            <p:cNvSpPr>
              <a:spLocks noChangeShapeType="1"/>
            </p:cNvSpPr>
            <p:nvPr/>
          </p:nvSpPr>
          <p:spPr bwMode="auto">
            <a:xfrm flipV="1">
              <a:off x="449263" y="4506913"/>
              <a:ext cx="26988" cy="266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7" name="任意多边形: 形状 9876"/>
            <p:cNvSpPr>
              <a:spLocks/>
            </p:cNvSpPr>
            <p:nvPr/>
          </p:nvSpPr>
          <p:spPr bwMode="auto">
            <a:xfrm>
              <a:off x="247651" y="4492625"/>
              <a:ext cx="228600" cy="280988"/>
            </a:xfrm>
            <a:custGeom>
              <a:avLst/>
              <a:gdLst>
                <a:gd name="T0" fmla="*/ 2 w 78"/>
                <a:gd name="T1" fmla="*/ 44 h 96"/>
                <a:gd name="T2" fmla="*/ 2 w 78"/>
                <a:gd name="T3" fmla="*/ 44 h 96"/>
                <a:gd name="T4" fmla="*/ 44 w 78"/>
                <a:gd name="T5" fmla="*/ 94 h 96"/>
                <a:gd name="T6" fmla="*/ 69 w 78"/>
                <a:gd name="T7" fmla="*/ 96 h 96"/>
                <a:gd name="T8" fmla="*/ 78 w 78"/>
                <a:gd name="T9" fmla="*/ 5 h 96"/>
                <a:gd name="T10" fmla="*/ 53 w 78"/>
                <a:gd name="T11" fmla="*/ 3 h 96"/>
                <a:gd name="T12" fmla="*/ 2 w 78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96">
                  <a:moveTo>
                    <a:pt x="2" y="44"/>
                  </a:moveTo>
                  <a:cubicBezTo>
                    <a:pt x="2" y="44"/>
                    <a:pt x="2" y="44"/>
                    <a:pt x="2" y="44"/>
                  </a:cubicBezTo>
                  <a:cubicBezTo>
                    <a:pt x="0" y="69"/>
                    <a:pt x="18" y="91"/>
                    <a:pt x="44" y="94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78" y="5"/>
                    <a:pt x="78" y="5"/>
                    <a:pt x="78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7" y="0"/>
                    <a:pt x="5" y="19"/>
                    <a:pt x="2" y="44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8" name="任意多边形: 形状 9877"/>
            <p:cNvSpPr>
              <a:spLocks/>
            </p:cNvSpPr>
            <p:nvPr/>
          </p:nvSpPr>
          <p:spPr bwMode="auto">
            <a:xfrm>
              <a:off x="449263" y="4773613"/>
              <a:ext cx="114300" cy="12700"/>
            </a:xfrm>
            <a:custGeom>
              <a:avLst/>
              <a:gdLst>
                <a:gd name="T0" fmla="*/ 0 w 72"/>
                <a:gd name="T1" fmla="*/ 0 h 8"/>
                <a:gd name="T2" fmla="*/ 72 w 72"/>
                <a:gd name="T3" fmla="*/ 8 h 8"/>
                <a:gd name="T4" fmla="*/ 0 w 72"/>
                <a:gd name="T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" h="8">
                  <a:moveTo>
                    <a:pt x="0" y="0"/>
                  </a:moveTo>
                  <a:lnTo>
                    <a:pt x="72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9" name="直接连接符 9878"/>
            <p:cNvSpPr>
              <a:spLocks noChangeShapeType="1"/>
            </p:cNvSpPr>
            <p:nvPr/>
          </p:nvSpPr>
          <p:spPr bwMode="auto">
            <a:xfrm>
              <a:off x="449263" y="4773613"/>
              <a:ext cx="114300" cy="12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0" name="直接连接符 9879"/>
            <p:cNvSpPr>
              <a:spLocks noChangeShapeType="1"/>
            </p:cNvSpPr>
            <p:nvPr/>
          </p:nvSpPr>
          <p:spPr bwMode="auto">
            <a:xfrm flipH="1" flipV="1">
              <a:off x="681038" y="4662488"/>
              <a:ext cx="447675" cy="444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1" name="直接连接符 9880"/>
            <p:cNvSpPr>
              <a:spLocks noChangeShapeType="1"/>
            </p:cNvSpPr>
            <p:nvPr/>
          </p:nvSpPr>
          <p:spPr bwMode="auto">
            <a:xfrm>
              <a:off x="476251" y="4506913"/>
              <a:ext cx="117475" cy="12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2" name="任意多边形: 形状 9881"/>
            <p:cNvSpPr>
              <a:spLocks/>
            </p:cNvSpPr>
            <p:nvPr/>
          </p:nvSpPr>
          <p:spPr bwMode="auto">
            <a:xfrm>
              <a:off x="9906001" y="6237288"/>
              <a:ext cx="271463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6 w 93"/>
                <a:gd name="T5" fmla="*/ 45 h 80"/>
                <a:gd name="T6" fmla="*/ 93 w 93"/>
                <a:gd name="T7" fmla="*/ 23 h 80"/>
                <a:gd name="T8" fmla="*/ 13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7"/>
                    <a:pt x="86" y="45"/>
                  </a:cubicBezTo>
                  <a:cubicBezTo>
                    <a:pt x="93" y="23"/>
                    <a:pt x="93" y="23"/>
                    <a:pt x="93" y="2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3" name="任意多边形: 形状 9882"/>
            <p:cNvSpPr>
              <a:spLocks/>
            </p:cNvSpPr>
            <p:nvPr/>
          </p:nvSpPr>
          <p:spPr bwMode="auto">
            <a:xfrm>
              <a:off x="9944101" y="6137275"/>
              <a:ext cx="266700" cy="166688"/>
            </a:xfrm>
            <a:custGeom>
              <a:avLst/>
              <a:gdLst>
                <a:gd name="T0" fmla="*/ 168 w 168"/>
                <a:gd name="T1" fmla="*/ 44 h 105"/>
                <a:gd name="T2" fmla="*/ 147 w 168"/>
                <a:gd name="T3" fmla="*/ 105 h 105"/>
                <a:gd name="T4" fmla="*/ 0 w 168"/>
                <a:gd name="T5" fmla="*/ 63 h 105"/>
                <a:gd name="T6" fmla="*/ 20 w 168"/>
                <a:gd name="T7" fmla="*/ 0 h 105"/>
                <a:gd name="T8" fmla="*/ 168 w 168"/>
                <a:gd name="T9" fmla="*/ 44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8" h="105">
                  <a:moveTo>
                    <a:pt x="168" y="44"/>
                  </a:moveTo>
                  <a:lnTo>
                    <a:pt x="147" y="105"/>
                  </a:lnTo>
                  <a:lnTo>
                    <a:pt x="0" y="63"/>
                  </a:lnTo>
                  <a:lnTo>
                    <a:pt x="20" y="0"/>
                  </a:lnTo>
                  <a:lnTo>
                    <a:pt x="168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4" name="任意多边形: 形状 9883"/>
            <p:cNvSpPr>
              <a:spLocks/>
            </p:cNvSpPr>
            <p:nvPr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  <a:gd name="T8" fmla="*/ 258 w 258"/>
                <a:gd name="T9" fmla="*/ 44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  <a:lnTo>
                    <a:pt x="258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5" name="任意多边形: 形状 9884"/>
            <p:cNvSpPr>
              <a:spLocks/>
            </p:cNvSpPr>
            <p:nvPr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6" name="任意多边形: 形状 9885"/>
            <p:cNvSpPr>
              <a:spLocks/>
            </p:cNvSpPr>
            <p:nvPr/>
          </p:nvSpPr>
          <p:spPr bwMode="auto">
            <a:xfrm>
              <a:off x="10152063" y="5399088"/>
              <a:ext cx="233363" cy="298450"/>
            </a:xfrm>
            <a:custGeom>
              <a:avLst/>
              <a:gdLst>
                <a:gd name="T0" fmla="*/ 0 w 147"/>
                <a:gd name="T1" fmla="*/ 105 h 188"/>
                <a:gd name="T2" fmla="*/ 112 w 147"/>
                <a:gd name="T3" fmla="*/ 0 h 188"/>
                <a:gd name="T4" fmla="*/ 147 w 147"/>
                <a:gd name="T5" fmla="*/ 149 h 188"/>
                <a:gd name="T6" fmla="*/ 55 w 147"/>
                <a:gd name="T7" fmla="*/ 188 h 188"/>
                <a:gd name="T8" fmla="*/ 0 w 147"/>
                <a:gd name="T9" fmla="*/ 10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188">
                  <a:moveTo>
                    <a:pt x="0" y="105"/>
                  </a:moveTo>
                  <a:lnTo>
                    <a:pt x="112" y="0"/>
                  </a:lnTo>
                  <a:lnTo>
                    <a:pt x="147" y="149"/>
                  </a:lnTo>
                  <a:lnTo>
                    <a:pt x="55" y="188"/>
                  </a:lnTo>
                  <a:lnTo>
                    <a:pt x="0" y="1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7" name="任意多边形: 形状 9886"/>
            <p:cNvSpPr>
              <a:spLocks/>
            </p:cNvSpPr>
            <p:nvPr/>
          </p:nvSpPr>
          <p:spPr bwMode="auto">
            <a:xfrm>
              <a:off x="9906001" y="6148388"/>
              <a:ext cx="254000" cy="131763"/>
            </a:xfrm>
            <a:custGeom>
              <a:avLst/>
              <a:gdLst>
                <a:gd name="T0" fmla="*/ 0 w 160"/>
                <a:gd name="T1" fmla="*/ 39 h 83"/>
                <a:gd name="T2" fmla="*/ 147 w 160"/>
                <a:gd name="T3" fmla="*/ 83 h 83"/>
                <a:gd name="T4" fmla="*/ 160 w 160"/>
                <a:gd name="T5" fmla="*/ 45 h 83"/>
                <a:gd name="T6" fmla="*/ 13 w 160"/>
                <a:gd name="T7" fmla="*/ 0 h 83"/>
                <a:gd name="T8" fmla="*/ 0 w 160"/>
                <a:gd name="T9" fmla="*/ 3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" h="83">
                  <a:moveTo>
                    <a:pt x="0" y="39"/>
                  </a:moveTo>
                  <a:lnTo>
                    <a:pt x="147" y="83"/>
                  </a:lnTo>
                  <a:lnTo>
                    <a:pt x="160" y="45"/>
                  </a:lnTo>
                  <a:lnTo>
                    <a:pt x="13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8" name="任意多边形: 形状 9887"/>
            <p:cNvSpPr>
              <a:spLocks/>
            </p:cNvSpPr>
            <p:nvPr/>
          </p:nvSpPr>
          <p:spPr bwMode="auto">
            <a:xfrm>
              <a:off x="9858376" y="6237288"/>
              <a:ext cx="273050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7 w 93"/>
                <a:gd name="T5" fmla="*/ 46 h 80"/>
                <a:gd name="T6" fmla="*/ 93 w 93"/>
                <a:gd name="T7" fmla="*/ 24 h 80"/>
                <a:gd name="T8" fmla="*/ 14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8"/>
                    <a:pt x="87" y="46"/>
                  </a:cubicBezTo>
                  <a:cubicBezTo>
                    <a:pt x="93" y="24"/>
                    <a:pt x="93" y="24"/>
                    <a:pt x="93" y="24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9" name="任意多边形: 形状 9888"/>
            <p:cNvSpPr>
              <a:spLocks/>
            </p:cNvSpPr>
            <p:nvPr/>
          </p:nvSpPr>
          <p:spPr bwMode="auto">
            <a:xfrm>
              <a:off x="10236201" y="5372100"/>
              <a:ext cx="106363" cy="141288"/>
            </a:xfrm>
            <a:custGeom>
              <a:avLst/>
              <a:gdLst>
                <a:gd name="T0" fmla="*/ 67 w 67"/>
                <a:gd name="T1" fmla="*/ 68 h 89"/>
                <a:gd name="T2" fmla="*/ 24 w 67"/>
                <a:gd name="T3" fmla="*/ 89 h 89"/>
                <a:gd name="T4" fmla="*/ 0 w 67"/>
                <a:gd name="T5" fmla="*/ 48 h 89"/>
                <a:gd name="T6" fmla="*/ 50 w 67"/>
                <a:gd name="T7" fmla="*/ 0 h 89"/>
                <a:gd name="T8" fmla="*/ 67 w 67"/>
                <a:gd name="T9" fmla="*/ 68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89">
                  <a:moveTo>
                    <a:pt x="67" y="68"/>
                  </a:moveTo>
                  <a:lnTo>
                    <a:pt x="24" y="89"/>
                  </a:lnTo>
                  <a:lnTo>
                    <a:pt x="0" y="48"/>
                  </a:lnTo>
                  <a:lnTo>
                    <a:pt x="50" y="0"/>
                  </a:lnTo>
                  <a:lnTo>
                    <a:pt x="67" y="68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0" name="任意多边形: 形状 9889"/>
            <p:cNvSpPr>
              <a:spLocks/>
            </p:cNvSpPr>
            <p:nvPr/>
          </p:nvSpPr>
          <p:spPr bwMode="auto">
            <a:xfrm>
              <a:off x="9931401" y="5530850"/>
              <a:ext cx="273050" cy="627063"/>
            </a:xfrm>
            <a:custGeom>
              <a:avLst/>
              <a:gdLst>
                <a:gd name="T0" fmla="*/ 172 w 172"/>
                <a:gd name="T1" fmla="*/ 74 h 395"/>
                <a:gd name="T2" fmla="*/ 72 w 172"/>
                <a:gd name="T3" fmla="*/ 395 h 395"/>
                <a:gd name="T4" fmla="*/ 0 w 172"/>
                <a:gd name="T5" fmla="*/ 375 h 395"/>
                <a:gd name="T6" fmla="*/ 117 w 172"/>
                <a:gd name="T7" fmla="*/ 0 h 395"/>
                <a:gd name="T8" fmla="*/ 172 w 172"/>
                <a:gd name="T9" fmla="*/ 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2" h="395">
                  <a:moveTo>
                    <a:pt x="172" y="74"/>
                  </a:moveTo>
                  <a:lnTo>
                    <a:pt x="72" y="395"/>
                  </a:lnTo>
                  <a:lnTo>
                    <a:pt x="0" y="375"/>
                  </a:lnTo>
                  <a:lnTo>
                    <a:pt x="117" y="0"/>
                  </a:lnTo>
                  <a:lnTo>
                    <a:pt x="172" y="74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1" name="任意多边形: 形状 9890"/>
            <p:cNvSpPr>
              <a:spLocks/>
            </p:cNvSpPr>
            <p:nvPr/>
          </p:nvSpPr>
          <p:spPr bwMode="auto">
            <a:xfrm>
              <a:off x="10093326" y="5656263"/>
              <a:ext cx="242888" cy="539750"/>
            </a:xfrm>
            <a:custGeom>
              <a:avLst/>
              <a:gdLst>
                <a:gd name="T0" fmla="*/ 92 w 153"/>
                <a:gd name="T1" fmla="*/ 26 h 340"/>
                <a:gd name="T2" fmla="*/ 0 w 153"/>
                <a:gd name="T3" fmla="*/ 325 h 340"/>
                <a:gd name="T4" fmla="*/ 50 w 153"/>
                <a:gd name="T5" fmla="*/ 340 h 340"/>
                <a:gd name="T6" fmla="*/ 153 w 153"/>
                <a:gd name="T7" fmla="*/ 0 h 340"/>
                <a:gd name="T8" fmla="*/ 92 w 153"/>
                <a:gd name="T9" fmla="*/ 26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" h="340">
                  <a:moveTo>
                    <a:pt x="92" y="26"/>
                  </a:moveTo>
                  <a:lnTo>
                    <a:pt x="0" y="325"/>
                  </a:lnTo>
                  <a:lnTo>
                    <a:pt x="50" y="340"/>
                  </a:lnTo>
                  <a:lnTo>
                    <a:pt x="153" y="0"/>
                  </a:lnTo>
                  <a:lnTo>
                    <a:pt x="92" y="26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2" name="任意多边形: 形状 9891"/>
            <p:cNvSpPr>
              <a:spLocks/>
            </p:cNvSpPr>
            <p:nvPr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3" name="任意多边形: 形状 9892"/>
            <p:cNvSpPr>
              <a:spLocks/>
            </p:cNvSpPr>
            <p:nvPr/>
          </p:nvSpPr>
          <p:spPr bwMode="auto">
            <a:xfrm>
              <a:off x="10152063" y="5399088"/>
              <a:ext cx="233363" cy="298450"/>
            </a:xfrm>
            <a:custGeom>
              <a:avLst/>
              <a:gdLst>
                <a:gd name="T0" fmla="*/ 0 w 147"/>
                <a:gd name="T1" fmla="*/ 105 h 188"/>
                <a:gd name="T2" fmla="*/ 112 w 147"/>
                <a:gd name="T3" fmla="*/ 0 h 188"/>
                <a:gd name="T4" fmla="*/ 147 w 147"/>
                <a:gd name="T5" fmla="*/ 149 h 188"/>
                <a:gd name="T6" fmla="*/ 55 w 147"/>
                <a:gd name="T7" fmla="*/ 188 h 188"/>
                <a:gd name="T8" fmla="*/ 0 w 147"/>
                <a:gd name="T9" fmla="*/ 10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188">
                  <a:moveTo>
                    <a:pt x="0" y="105"/>
                  </a:moveTo>
                  <a:lnTo>
                    <a:pt x="112" y="0"/>
                  </a:lnTo>
                  <a:lnTo>
                    <a:pt x="147" y="149"/>
                  </a:lnTo>
                  <a:lnTo>
                    <a:pt x="55" y="188"/>
                  </a:lnTo>
                  <a:lnTo>
                    <a:pt x="0" y="105"/>
                  </a:lnTo>
                  <a:close/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4" name="任意多边形: 形状 9893"/>
            <p:cNvSpPr>
              <a:spLocks/>
            </p:cNvSpPr>
            <p:nvPr/>
          </p:nvSpPr>
          <p:spPr bwMode="auto">
            <a:xfrm>
              <a:off x="10248901" y="5475288"/>
              <a:ext cx="104775" cy="63500"/>
            </a:xfrm>
            <a:custGeom>
              <a:avLst/>
              <a:gdLst>
                <a:gd name="T0" fmla="*/ 0 w 66"/>
                <a:gd name="T1" fmla="*/ 0 h 40"/>
                <a:gd name="T2" fmla="*/ 24 w 66"/>
                <a:gd name="T3" fmla="*/ 40 h 40"/>
                <a:gd name="T4" fmla="*/ 66 w 66"/>
                <a:gd name="T5" fmla="*/ 1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6" h="40">
                  <a:moveTo>
                    <a:pt x="0" y="0"/>
                  </a:moveTo>
                  <a:lnTo>
                    <a:pt x="24" y="40"/>
                  </a:lnTo>
                  <a:lnTo>
                    <a:pt x="66" y="18"/>
                  </a:lnTo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5" name="任意多边形: 形状 9894"/>
            <p:cNvSpPr>
              <a:spLocks/>
            </p:cNvSpPr>
            <p:nvPr/>
          </p:nvSpPr>
          <p:spPr bwMode="auto">
            <a:xfrm>
              <a:off x="9944101" y="6237288"/>
              <a:ext cx="233363" cy="66675"/>
            </a:xfrm>
            <a:custGeom>
              <a:avLst/>
              <a:gdLst>
                <a:gd name="T0" fmla="*/ 147 w 147"/>
                <a:gd name="T1" fmla="*/ 42 h 42"/>
                <a:gd name="T2" fmla="*/ 0 w 147"/>
                <a:gd name="T3" fmla="*/ 0 h 42"/>
                <a:gd name="T4" fmla="*/ 147 w 147"/>
                <a:gd name="T5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7" h="42">
                  <a:moveTo>
                    <a:pt x="147" y="42"/>
                  </a:moveTo>
                  <a:lnTo>
                    <a:pt x="0" y="0"/>
                  </a:lnTo>
                  <a:lnTo>
                    <a:pt x="147" y="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6" name="直接连接符 9895"/>
            <p:cNvSpPr>
              <a:spLocks noChangeShapeType="1"/>
            </p:cNvSpPr>
            <p:nvPr/>
          </p:nvSpPr>
          <p:spPr bwMode="auto">
            <a:xfrm flipH="1" flipV="1">
              <a:off x="9944101" y="6237288"/>
              <a:ext cx="233363" cy="66675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7" name="任意多边形: 形状 9896"/>
            <p:cNvSpPr>
              <a:spLocks/>
            </p:cNvSpPr>
            <p:nvPr/>
          </p:nvSpPr>
          <p:spPr bwMode="auto">
            <a:xfrm>
              <a:off x="9906001" y="6237288"/>
              <a:ext cx="271463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6 w 93"/>
                <a:gd name="T5" fmla="*/ 45 h 80"/>
                <a:gd name="T6" fmla="*/ 93 w 93"/>
                <a:gd name="T7" fmla="*/ 23 h 80"/>
                <a:gd name="T8" fmla="*/ 13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7"/>
                    <a:pt x="86" y="45"/>
                  </a:cubicBezTo>
                  <a:cubicBezTo>
                    <a:pt x="93" y="23"/>
                    <a:pt x="93" y="23"/>
                    <a:pt x="93" y="2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8" name="任意多边形: 形状 9897"/>
            <p:cNvSpPr>
              <a:spLocks/>
            </p:cNvSpPr>
            <p:nvPr/>
          </p:nvSpPr>
          <p:spPr bwMode="auto">
            <a:xfrm>
              <a:off x="10177463" y="6207125"/>
              <a:ext cx="33338" cy="96838"/>
            </a:xfrm>
            <a:custGeom>
              <a:avLst/>
              <a:gdLst>
                <a:gd name="T0" fmla="*/ 0 w 21"/>
                <a:gd name="T1" fmla="*/ 61 h 61"/>
                <a:gd name="T2" fmla="*/ 21 w 21"/>
                <a:gd name="T3" fmla="*/ 0 h 61"/>
                <a:gd name="T4" fmla="*/ 0 w 21"/>
                <a:gd name="T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61">
                  <a:moveTo>
                    <a:pt x="0" y="61"/>
                  </a:moveTo>
                  <a:lnTo>
                    <a:pt x="21" y="0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9" name="直接连接符 9898"/>
            <p:cNvSpPr>
              <a:spLocks noChangeShapeType="1"/>
            </p:cNvSpPr>
            <p:nvPr/>
          </p:nvSpPr>
          <p:spPr bwMode="auto">
            <a:xfrm flipV="1">
              <a:off x="10177463" y="6207125"/>
              <a:ext cx="33338" cy="96838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0" name="直接连接符 9899"/>
            <p:cNvSpPr>
              <a:spLocks noChangeShapeType="1"/>
            </p:cNvSpPr>
            <p:nvPr/>
          </p:nvSpPr>
          <p:spPr bwMode="auto">
            <a:xfrm flipH="1">
              <a:off x="10118726" y="5697538"/>
              <a:ext cx="120650" cy="387350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1" name="直接连接符 9900"/>
            <p:cNvSpPr>
              <a:spLocks noChangeShapeType="1"/>
            </p:cNvSpPr>
            <p:nvPr/>
          </p:nvSpPr>
          <p:spPr bwMode="auto">
            <a:xfrm flipV="1">
              <a:off x="9944101" y="6137275"/>
              <a:ext cx="31750" cy="100013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2" name="任意多边形: 形状 9901"/>
            <p:cNvSpPr>
              <a:spLocks/>
            </p:cNvSpPr>
            <p:nvPr/>
          </p:nvSpPr>
          <p:spPr bwMode="auto">
            <a:xfrm>
              <a:off x="5100638" y="542766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1 h 187"/>
                <a:gd name="T4" fmla="*/ 179 w 227"/>
                <a:gd name="T5" fmla="*/ 0 h 187"/>
                <a:gd name="T6" fmla="*/ 0 w 227"/>
                <a:gd name="T7" fmla="*/ 107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1"/>
                  </a:lnTo>
                  <a:lnTo>
                    <a:pt x="179" y="0"/>
                  </a:lnTo>
                  <a:lnTo>
                    <a:pt x="0" y="107"/>
                  </a:lnTo>
                  <a:lnTo>
                    <a:pt x="50" y="1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3" name="任意多边形: 形状 9902"/>
            <p:cNvSpPr>
              <a:spLocks/>
            </p:cNvSpPr>
            <p:nvPr/>
          </p:nvSpPr>
          <p:spPr bwMode="auto">
            <a:xfrm>
              <a:off x="5048251" y="545941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0 h 187"/>
                <a:gd name="T4" fmla="*/ 179 w 227"/>
                <a:gd name="T5" fmla="*/ 0 h 187"/>
                <a:gd name="T6" fmla="*/ 0 w 227"/>
                <a:gd name="T7" fmla="*/ 106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0"/>
                  </a:lnTo>
                  <a:lnTo>
                    <a:pt x="179" y="0"/>
                  </a:lnTo>
                  <a:lnTo>
                    <a:pt x="0" y="106"/>
                  </a:lnTo>
                  <a:lnTo>
                    <a:pt x="50" y="187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4" name="任意多边形: 形状 9903"/>
            <p:cNvSpPr>
              <a:spLocks/>
            </p:cNvSpPr>
            <p:nvPr/>
          </p:nvSpPr>
          <p:spPr bwMode="auto">
            <a:xfrm>
              <a:off x="5272088" y="5610225"/>
              <a:ext cx="146050" cy="134938"/>
            </a:xfrm>
            <a:custGeom>
              <a:avLst/>
              <a:gdLst>
                <a:gd name="T0" fmla="*/ 27 w 92"/>
                <a:gd name="T1" fmla="*/ 85 h 85"/>
                <a:gd name="T2" fmla="*/ 92 w 92"/>
                <a:gd name="T3" fmla="*/ 48 h 85"/>
                <a:gd name="T4" fmla="*/ 62 w 92"/>
                <a:gd name="T5" fmla="*/ 0 h 85"/>
                <a:gd name="T6" fmla="*/ 0 w 92"/>
                <a:gd name="T7" fmla="*/ 38 h 85"/>
                <a:gd name="T8" fmla="*/ 27 w 92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85">
                  <a:moveTo>
                    <a:pt x="27" y="85"/>
                  </a:moveTo>
                  <a:lnTo>
                    <a:pt x="92" y="48"/>
                  </a:lnTo>
                  <a:lnTo>
                    <a:pt x="62" y="0"/>
                  </a:lnTo>
                  <a:lnTo>
                    <a:pt x="0" y="38"/>
                  </a:lnTo>
                  <a:lnTo>
                    <a:pt x="27" y="8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5" name="任意多边形: 形状 9904"/>
            <p:cNvSpPr>
              <a:spLocks/>
            </p:cNvSpPr>
            <p:nvPr/>
          </p:nvSpPr>
          <p:spPr bwMode="auto">
            <a:xfrm>
              <a:off x="5224463" y="5843588"/>
              <a:ext cx="800100" cy="533400"/>
            </a:xfrm>
            <a:custGeom>
              <a:avLst/>
              <a:gdLst>
                <a:gd name="T0" fmla="*/ 11 w 504"/>
                <a:gd name="T1" fmla="*/ 242 h 336"/>
                <a:gd name="T2" fmla="*/ 214 w 504"/>
                <a:gd name="T3" fmla="*/ 122 h 336"/>
                <a:gd name="T4" fmla="*/ 415 w 504"/>
                <a:gd name="T5" fmla="*/ 0 h 336"/>
                <a:gd name="T6" fmla="*/ 504 w 504"/>
                <a:gd name="T7" fmla="*/ 35 h 336"/>
                <a:gd name="T8" fmla="*/ 253 w 504"/>
                <a:gd name="T9" fmla="*/ 185 h 336"/>
                <a:gd name="T10" fmla="*/ 0 w 504"/>
                <a:gd name="T11" fmla="*/ 336 h 336"/>
                <a:gd name="T12" fmla="*/ 11 w 504"/>
                <a:gd name="T13" fmla="*/ 242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4" h="336">
                  <a:moveTo>
                    <a:pt x="11" y="242"/>
                  </a:moveTo>
                  <a:lnTo>
                    <a:pt x="214" y="122"/>
                  </a:lnTo>
                  <a:lnTo>
                    <a:pt x="415" y="0"/>
                  </a:lnTo>
                  <a:lnTo>
                    <a:pt x="504" y="35"/>
                  </a:lnTo>
                  <a:lnTo>
                    <a:pt x="253" y="185"/>
                  </a:lnTo>
                  <a:lnTo>
                    <a:pt x="0" y="336"/>
                  </a:lnTo>
                  <a:lnTo>
                    <a:pt x="11" y="2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6" name="任意多边形: 形状 9905"/>
            <p:cNvSpPr>
              <a:spLocks/>
            </p:cNvSpPr>
            <p:nvPr/>
          </p:nvSpPr>
          <p:spPr bwMode="auto">
            <a:xfrm>
              <a:off x="5154613" y="5888038"/>
              <a:ext cx="798513" cy="530225"/>
            </a:xfrm>
            <a:custGeom>
              <a:avLst/>
              <a:gdLst>
                <a:gd name="T0" fmla="*/ 11 w 503"/>
                <a:gd name="T1" fmla="*/ 240 h 334"/>
                <a:gd name="T2" fmla="*/ 214 w 503"/>
                <a:gd name="T3" fmla="*/ 120 h 334"/>
                <a:gd name="T4" fmla="*/ 415 w 503"/>
                <a:gd name="T5" fmla="*/ 0 h 334"/>
                <a:gd name="T6" fmla="*/ 503 w 503"/>
                <a:gd name="T7" fmla="*/ 33 h 334"/>
                <a:gd name="T8" fmla="*/ 253 w 503"/>
                <a:gd name="T9" fmla="*/ 185 h 334"/>
                <a:gd name="T10" fmla="*/ 0 w 503"/>
                <a:gd name="T11" fmla="*/ 334 h 334"/>
                <a:gd name="T12" fmla="*/ 11 w 503"/>
                <a:gd name="T13" fmla="*/ 240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3" h="334">
                  <a:moveTo>
                    <a:pt x="11" y="240"/>
                  </a:moveTo>
                  <a:lnTo>
                    <a:pt x="214" y="120"/>
                  </a:lnTo>
                  <a:lnTo>
                    <a:pt x="415" y="0"/>
                  </a:lnTo>
                  <a:lnTo>
                    <a:pt x="503" y="33"/>
                  </a:lnTo>
                  <a:lnTo>
                    <a:pt x="253" y="185"/>
                  </a:lnTo>
                  <a:lnTo>
                    <a:pt x="0" y="334"/>
                  </a:lnTo>
                  <a:lnTo>
                    <a:pt x="11" y="240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7" name="任意多边形: 形状 9906"/>
            <p:cNvSpPr>
              <a:spLocks/>
            </p:cNvSpPr>
            <p:nvPr/>
          </p:nvSpPr>
          <p:spPr bwMode="auto">
            <a:xfrm>
              <a:off x="4486276" y="4845050"/>
              <a:ext cx="881063" cy="1223963"/>
            </a:xfrm>
            <a:custGeom>
              <a:avLst/>
              <a:gdLst>
                <a:gd name="T0" fmla="*/ 301 w 301"/>
                <a:gd name="T1" fmla="*/ 379 h 418"/>
                <a:gd name="T2" fmla="*/ 87 w 301"/>
                <a:gd name="T3" fmla="*/ 241 h 418"/>
                <a:gd name="T4" fmla="*/ 117 w 301"/>
                <a:gd name="T5" fmla="*/ 36 h 418"/>
                <a:gd name="T6" fmla="*/ 180 w 301"/>
                <a:gd name="T7" fmla="*/ 0 h 418"/>
                <a:gd name="T8" fmla="*/ 33 w 301"/>
                <a:gd name="T9" fmla="*/ 263 h 418"/>
                <a:gd name="T10" fmla="*/ 234 w 301"/>
                <a:gd name="T11" fmla="*/ 418 h 418"/>
                <a:gd name="T12" fmla="*/ 301 w 301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1" h="418">
                  <a:moveTo>
                    <a:pt x="301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60" y="169"/>
                    <a:pt x="74" y="92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3"/>
                  </a:cubicBezTo>
                  <a:cubicBezTo>
                    <a:pt x="59" y="355"/>
                    <a:pt x="143" y="415"/>
                    <a:pt x="234" y="418"/>
                  </a:cubicBezTo>
                  <a:lnTo>
                    <a:pt x="301" y="3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8" name="任意多边形: 形状 9907"/>
            <p:cNvSpPr>
              <a:spLocks/>
            </p:cNvSpPr>
            <p:nvPr/>
          </p:nvSpPr>
          <p:spPr bwMode="auto">
            <a:xfrm>
              <a:off x="4416426" y="4886325"/>
              <a:ext cx="877888" cy="1223963"/>
            </a:xfrm>
            <a:custGeom>
              <a:avLst/>
              <a:gdLst>
                <a:gd name="T0" fmla="*/ 300 w 300"/>
                <a:gd name="T1" fmla="*/ 379 h 418"/>
                <a:gd name="T2" fmla="*/ 87 w 300"/>
                <a:gd name="T3" fmla="*/ 241 h 418"/>
                <a:gd name="T4" fmla="*/ 117 w 300"/>
                <a:gd name="T5" fmla="*/ 36 h 418"/>
                <a:gd name="T6" fmla="*/ 180 w 300"/>
                <a:gd name="T7" fmla="*/ 0 h 418"/>
                <a:gd name="T8" fmla="*/ 33 w 300"/>
                <a:gd name="T9" fmla="*/ 264 h 418"/>
                <a:gd name="T10" fmla="*/ 234 w 300"/>
                <a:gd name="T11" fmla="*/ 418 h 418"/>
                <a:gd name="T12" fmla="*/ 300 w 300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0" h="418">
                  <a:moveTo>
                    <a:pt x="300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59" y="170"/>
                    <a:pt x="73" y="93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4"/>
                  </a:cubicBezTo>
                  <a:cubicBezTo>
                    <a:pt x="59" y="355"/>
                    <a:pt x="143" y="416"/>
                    <a:pt x="234" y="418"/>
                  </a:cubicBezTo>
                  <a:lnTo>
                    <a:pt x="300" y="379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9" name="任意多边形: 形状 9908"/>
            <p:cNvSpPr>
              <a:spLocks/>
            </p:cNvSpPr>
            <p:nvPr/>
          </p:nvSpPr>
          <p:spPr bwMode="auto">
            <a:xfrm>
              <a:off x="4486276" y="4845050"/>
              <a:ext cx="881063" cy="1223963"/>
            </a:xfrm>
            <a:custGeom>
              <a:avLst/>
              <a:gdLst>
                <a:gd name="T0" fmla="*/ 301 w 301"/>
                <a:gd name="T1" fmla="*/ 379 h 418"/>
                <a:gd name="T2" fmla="*/ 87 w 301"/>
                <a:gd name="T3" fmla="*/ 241 h 418"/>
                <a:gd name="T4" fmla="*/ 117 w 301"/>
                <a:gd name="T5" fmla="*/ 36 h 418"/>
                <a:gd name="T6" fmla="*/ 180 w 301"/>
                <a:gd name="T7" fmla="*/ 0 h 418"/>
                <a:gd name="T8" fmla="*/ 33 w 301"/>
                <a:gd name="T9" fmla="*/ 263 h 418"/>
                <a:gd name="T10" fmla="*/ 234 w 301"/>
                <a:gd name="T11" fmla="*/ 418 h 418"/>
                <a:gd name="T12" fmla="*/ 301 w 301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1" h="418">
                  <a:moveTo>
                    <a:pt x="301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60" y="169"/>
                    <a:pt x="74" y="92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3"/>
                  </a:cubicBezTo>
                  <a:cubicBezTo>
                    <a:pt x="59" y="355"/>
                    <a:pt x="143" y="415"/>
                    <a:pt x="234" y="418"/>
                  </a:cubicBezTo>
                  <a:lnTo>
                    <a:pt x="301" y="379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0" name="任意多边形: 形状 9909"/>
            <p:cNvSpPr>
              <a:spLocks/>
            </p:cNvSpPr>
            <p:nvPr/>
          </p:nvSpPr>
          <p:spPr bwMode="auto">
            <a:xfrm>
              <a:off x="5100638" y="542766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1 h 187"/>
                <a:gd name="T4" fmla="*/ 179 w 227"/>
                <a:gd name="T5" fmla="*/ 0 h 187"/>
                <a:gd name="T6" fmla="*/ 0 w 227"/>
                <a:gd name="T7" fmla="*/ 107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1"/>
                  </a:lnTo>
                  <a:lnTo>
                    <a:pt x="179" y="0"/>
                  </a:lnTo>
                  <a:lnTo>
                    <a:pt x="0" y="107"/>
                  </a:lnTo>
                  <a:lnTo>
                    <a:pt x="50" y="187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1" name="任意多边形: 形状 9910"/>
            <p:cNvSpPr>
              <a:spLocks/>
            </p:cNvSpPr>
            <p:nvPr/>
          </p:nvSpPr>
          <p:spPr bwMode="auto">
            <a:xfrm>
              <a:off x="5272088" y="5610225"/>
              <a:ext cx="146050" cy="134938"/>
            </a:xfrm>
            <a:custGeom>
              <a:avLst/>
              <a:gdLst>
                <a:gd name="T0" fmla="*/ 27 w 92"/>
                <a:gd name="T1" fmla="*/ 85 h 85"/>
                <a:gd name="T2" fmla="*/ 92 w 92"/>
                <a:gd name="T3" fmla="*/ 48 h 85"/>
                <a:gd name="T4" fmla="*/ 62 w 92"/>
                <a:gd name="T5" fmla="*/ 0 h 85"/>
                <a:gd name="T6" fmla="*/ 0 w 92"/>
                <a:gd name="T7" fmla="*/ 38 h 85"/>
                <a:gd name="T8" fmla="*/ 27 w 92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85">
                  <a:moveTo>
                    <a:pt x="27" y="85"/>
                  </a:moveTo>
                  <a:lnTo>
                    <a:pt x="92" y="48"/>
                  </a:lnTo>
                  <a:lnTo>
                    <a:pt x="62" y="0"/>
                  </a:lnTo>
                  <a:lnTo>
                    <a:pt x="0" y="38"/>
                  </a:lnTo>
                  <a:lnTo>
                    <a:pt x="27" y="85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2" name="任意多边形: 形状 9911"/>
            <p:cNvSpPr>
              <a:spLocks/>
            </p:cNvSpPr>
            <p:nvPr/>
          </p:nvSpPr>
          <p:spPr bwMode="auto">
            <a:xfrm>
              <a:off x="5138738" y="5662613"/>
              <a:ext cx="668338" cy="454025"/>
            </a:xfrm>
            <a:custGeom>
              <a:avLst/>
              <a:gdLst>
                <a:gd name="T0" fmla="*/ 34 w 421"/>
                <a:gd name="T1" fmla="*/ 286 h 286"/>
                <a:gd name="T2" fmla="*/ 421 w 421"/>
                <a:gd name="T3" fmla="*/ 55 h 286"/>
                <a:gd name="T4" fmla="*/ 388 w 421"/>
                <a:gd name="T5" fmla="*/ 0 h 286"/>
                <a:gd name="T6" fmla="*/ 0 w 421"/>
                <a:gd name="T7" fmla="*/ 231 h 286"/>
                <a:gd name="T8" fmla="*/ 34 w 421"/>
                <a:gd name="T9" fmla="*/ 28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1" h="286">
                  <a:moveTo>
                    <a:pt x="34" y="286"/>
                  </a:moveTo>
                  <a:lnTo>
                    <a:pt x="421" y="55"/>
                  </a:lnTo>
                  <a:lnTo>
                    <a:pt x="388" y="0"/>
                  </a:lnTo>
                  <a:lnTo>
                    <a:pt x="0" y="231"/>
                  </a:lnTo>
                  <a:lnTo>
                    <a:pt x="34" y="286"/>
                  </a:ln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3" name="任意多边形: 形状 9912"/>
            <p:cNvSpPr>
              <a:spLocks/>
            </p:cNvSpPr>
            <p:nvPr/>
          </p:nvSpPr>
          <p:spPr bwMode="auto">
            <a:xfrm>
              <a:off x="5411788" y="5881688"/>
              <a:ext cx="239713" cy="207963"/>
            </a:xfrm>
            <a:custGeom>
              <a:avLst/>
              <a:gdLst>
                <a:gd name="T0" fmla="*/ 39 w 151"/>
                <a:gd name="T1" fmla="*/ 131 h 131"/>
                <a:gd name="T2" fmla="*/ 151 w 151"/>
                <a:gd name="T3" fmla="*/ 65 h 131"/>
                <a:gd name="T4" fmla="*/ 113 w 151"/>
                <a:gd name="T5" fmla="*/ 0 h 131"/>
                <a:gd name="T6" fmla="*/ 0 w 151"/>
                <a:gd name="T7" fmla="*/ 67 h 131"/>
                <a:gd name="T8" fmla="*/ 39 w 151"/>
                <a:gd name="T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1">
                  <a:moveTo>
                    <a:pt x="39" y="131"/>
                  </a:moveTo>
                  <a:lnTo>
                    <a:pt x="151" y="65"/>
                  </a:lnTo>
                  <a:lnTo>
                    <a:pt x="113" y="0"/>
                  </a:lnTo>
                  <a:lnTo>
                    <a:pt x="0" y="67"/>
                  </a:lnTo>
                  <a:lnTo>
                    <a:pt x="39" y="1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4" name="任意多边形: 形状 9913"/>
            <p:cNvSpPr>
              <a:spLocks/>
            </p:cNvSpPr>
            <p:nvPr/>
          </p:nvSpPr>
          <p:spPr bwMode="auto">
            <a:xfrm>
              <a:off x="5359401" y="5911850"/>
              <a:ext cx="239713" cy="211138"/>
            </a:xfrm>
            <a:custGeom>
              <a:avLst/>
              <a:gdLst>
                <a:gd name="T0" fmla="*/ 39 w 151"/>
                <a:gd name="T1" fmla="*/ 133 h 133"/>
                <a:gd name="T2" fmla="*/ 151 w 151"/>
                <a:gd name="T3" fmla="*/ 64 h 133"/>
                <a:gd name="T4" fmla="*/ 112 w 151"/>
                <a:gd name="T5" fmla="*/ 0 h 133"/>
                <a:gd name="T6" fmla="*/ 0 w 151"/>
                <a:gd name="T7" fmla="*/ 68 h 133"/>
                <a:gd name="T8" fmla="*/ 39 w 151"/>
                <a:gd name="T9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3">
                  <a:moveTo>
                    <a:pt x="39" y="133"/>
                  </a:moveTo>
                  <a:lnTo>
                    <a:pt x="151" y="64"/>
                  </a:lnTo>
                  <a:lnTo>
                    <a:pt x="112" y="0"/>
                  </a:lnTo>
                  <a:lnTo>
                    <a:pt x="0" y="68"/>
                  </a:lnTo>
                  <a:lnTo>
                    <a:pt x="39" y="13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5" name="任意多边形: 形状 9914"/>
            <p:cNvSpPr>
              <a:spLocks/>
            </p:cNvSpPr>
            <p:nvPr/>
          </p:nvSpPr>
          <p:spPr bwMode="auto">
            <a:xfrm>
              <a:off x="5411788" y="5881688"/>
              <a:ext cx="239713" cy="207963"/>
            </a:xfrm>
            <a:custGeom>
              <a:avLst/>
              <a:gdLst>
                <a:gd name="T0" fmla="*/ 39 w 151"/>
                <a:gd name="T1" fmla="*/ 131 h 131"/>
                <a:gd name="T2" fmla="*/ 151 w 151"/>
                <a:gd name="T3" fmla="*/ 65 h 131"/>
                <a:gd name="T4" fmla="*/ 113 w 151"/>
                <a:gd name="T5" fmla="*/ 0 h 131"/>
                <a:gd name="T6" fmla="*/ 0 w 151"/>
                <a:gd name="T7" fmla="*/ 67 h 131"/>
                <a:gd name="T8" fmla="*/ 39 w 151"/>
                <a:gd name="T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1">
                  <a:moveTo>
                    <a:pt x="39" y="131"/>
                  </a:moveTo>
                  <a:lnTo>
                    <a:pt x="151" y="65"/>
                  </a:lnTo>
                  <a:lnTo>
                    <a:pt x="113" y="0"/>
                  </a:lnTo>
                  <a:lnTo>
                    <a:pt x="0" y="67"/>
                  </a:lnTo>
                  <a:lnTo>
                    <a:pt x="39" y="131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6" name="任意多边形: 形状 9915"/>
            <p:cNvSpPr>
              <a:spLocks/>
            </p:cNvSpPr>
            <p:nvPr/>
          </p:nvSpPr>
          <p:spPr bwMode="auto">
            <a:xfrm>
              <a:off x="5224463" y="5843588"/>
              <a:ext cx="800100" cy="533400"/>
            </a:xfrm>
            <a:custGeom>
              <a:avLst/>
              <a:gdLst>
                <a:gd name="T0" fmla="*/ 11 w 504"/>
                <a:gd name="T1" fmla="*/ 242 h 336"/>
                <a:gd name="T2" fmla="*/ 214 w 504"/>
                <a:gd name="T3" fmla="*/ 122 h 336"/>
                <a:gd name="T4" fmla="*/ 415 w 504"/>
                <a:gd name="T5" fmla="*/ 0 h 336"/>
                <a:gd name="T6" fmla="*/ 504 w 504"/>
                <a:gd name="T7" fmla="*/ 35 h 336"/>
                <a:gd name="T8" fmla="*/ 253 w 504"/>
                <a:gd name="T9" fmla="*/ 185 h 336"/>
                <a:gd name="T10" fmla="*/ 0 w 504"/>
                <a:gd name="T11" fmla="*/ 336 h 336"/>
                <a:gd name="T12" fmla="*/ 11 w 504"/>
                <a:gd name="T13" fmla="*/ 242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4" h="336">
                  <a:moveTo>
                    <a:pt x="11" y="242"/>
                  </a:moveTo>
                  <a:lnTo>
                    <a:pt x="214" y="122"/>
                  </a:lnTo>
                  <a:lnTo>
                    <a:pt x="415" y="0"/>
                  </a:lnTo>
                  <a:lnTo>
                    <a:pt x="504" y="35"/>
                  </a:lnTo>
                  <a:lnTo>
                    <a:pt x="253" y="185"/>
                  </a:lnTo>
                  <a:lnTo>
                    <a:pt x="0" y="336"/>
                  </a:lnTo>
                  <a:lnTo>
                    <a:pt x="11" y="242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7" name="任意多边形: 形状 9916"/>
            <p:cNvSpPr>
              <a:spLocks/>
            </p:cNvSpPr>
            <p:nvPr/>
          </p:nvSpPr>
          <p:spPr bwMode="auto">
            <a:xfrm>
              <a:off x="4548188" y="4616450"/>
              <a:ext cx="925513" cy="1033463"/>
            </a:xfrm>
            <a:custGeom>
              <a:avLst/>
              <a:gdLst>
                <a:gd name="T0" fmla="*/ 293 w 583"/>
                <a:gd name="T1" fmla="*/ 651 h 651"/>
                <a:gd name="T2" fmla="*/ 583 w 583"/>
                <a:gd name="T3" fmla="*/ 478 h 651"/>
                <a:gd name="T4" fmla="*/ 289 w 583"/>
                <a:gd name="T5" fmla="*/ 0 h 651"/>
                <a:gd name="T6" fmla="*/ 0 w 583"/>
                <a:gd name="T7" fmla="*/ 173 h 651"/>
                <a:gd name="T8" fmla="*/ 293 w 583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3" h="651">
                  <a:moveTo>
                    <a:pt x="293" y="651"/>
                  </a:moveTo>
                  <a:lnTo>
                    <a:pt x="583" y="478"/>
                  </a:lnTo>
                  <a:lnTo>
                    <a:pt x="289" y="0"/>
                  </a:lnTo>
                  <a:lnTo>
                    <a:pt x="0" y="173"/>
                  </a:lnTo>
                  <a:lnTo>
                    <a:pt x="293" y="6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8" name="任意多边形: 形状 9917"/>
            <p:cNvSpPr>
              <a:spLocks/>
            </p:cNvSpPr>
            <p:nvPr/>
          </p:nvSpPr>
          <p:spPr bwMode="auto">
            <a:xfrm>
              <a:off x="4476751" y="4657725"/>
              <a:ext cx="927100" cy="1033463"/>
            </a:xfrm>
            <a:custGeom>
              <a:avLst/>
              <a:gdLst>
                <a:gd name="T0" fmla="*/ 294 w 584"/>
                <a:gd name="T1" fmla="*/ 651 h 651"/>
                <a:gd name="T2" fmla="*/ 584 w 584"/>
                <a:gd name="T3" fmla="*/ 478 h 651"/>
                <a:gd name="T4" fmla="*/ 290 w 584"/>
                <a:gd name="T5" fmla="*/ 0 h 651"/>
                <a:gd name="T6" fmla="*/ 0 w 584"/>
                <a:gd name="T7" fmla="*/ 173 h 651"/>
                <a:gd name="T8" fmla="*/ 294 w 584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4" h="651">
                  <a:moveTo>
                    <a:pt x="294" y="651"/>
                  </a:moveTo>
                  <a:lnTo>
                    <a:pt x="584" y="478"/>
                  </a:lnTo>
                  <a:lnTo>
                    <a:pt x="290" y="0"/>
                  </a:lnTo>
                  <a:lnTo>
                    <a:pt x="0" y="173"/>
                  </a:lnTo>
                  <a:lnTo>
                    <a:pt x="294" y="651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9" name="任意多边形: 形状 9918"/>
            <p:cNvSpPr>
              <a:spLocks/>
            </p:cNvSpPr>
            <p:nvPr/>
          </p:nvSpPr>
          <p:spPr bwMode="auto">
            <a:xfrm>
              <a:off x="4548188" y="4616450"/>
              <a:ext cx="925513" cy="1033463"/>
            </a:xfrm>
            <a:custGeom>
              <a:avLst/>
              <a:gdLst>
                <a:gd name="T0" fmla="*/ 293 w 583"/>
                <a:gd name="T1" fmla="*/ 651 h 651"/>
                <a:gd name="T2" fmla="*/ 583 w 583"/>
                <a:gd name="T3" fmla="*/ 478 h 651"/>
                <a:gd name="T4" fmla="*/ 289 w 583"/>
                <a:gd name="T5" fmla="*/ 0 h 651"/>
                <a:gd name="T6" fmla="*/ 0 w 583"/>
                <a:gd name="T7" fmla="*/ 173 h 651"/>
                <a:gd name="T8" fmla="*/ 293 w 583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3" h="651">
                  <a:moveTo>
                    <a:pt x="293" y="651"/>
                  </a:moveTo>
                  <a:lnTo>
                    <a:pt x="583" y="478"/>
                  </a:lnTo>
                  <a:lnTo>
                    <a:pt x="289" y="0"/>
                  </a:lnTo>
                  <a:lnTo>
                    <a:pt x="0" y="173"/>
                  </a:lnTo>
                  <a:lnTo>
                    <a:pt x="293" y="651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0" name="任意多边形: 形状 9919"/>
            <p:cNvSpPr>
              <a:spLocks/>
            </p:cNvSpPr>
            <p:nvPr/>
          </p:nvSpPr>
          <p:spPr bwMode="auto">
            <a:xfrm>
              <a:off x="10856913" y="3754438"/>
              <a:ext cx="407988" cy="319088"/>
            </a:xfrm>
            <a:custGeom>
              <a:avLst/>
              <a:gdLst>
                <a:gd name="T0" fmla="*/ 0 w 257"/>
                <a:gd name="T1" fmla="*/ 92 h 201"/>
                <a:gd name="T2" fmla="*/ 207 w 257"/>
                <a:gd name="T3" fmla="*/ 201 h 201"/>
                <a:gd name="T4" fmla="*/ 257 w 257"/>
                <a:gd name="T5" fmla="*/ 109 h 201"/>
                <a:gd name="T6" fmla="*/ 52 w 257"/>
                <a:gd name="T7" fmla="*/ 0 h 201"/>
                <a:gd name="T8" fmla="*/ 0 w 257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201">
                  <a:moveTo>
                    <a:pt x="0" y="92"/>
                  </a:moveTo>
                  <a:lnTo>
                    <a:pt x="207" y="201"/>
                  </a:lnTo>
                  <a:lnTo>
                    <a:pt x="257" y="109"/>
                  </a:lnTo>
                  <a:lnTo>
                    <a:pt x="52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1" name="任意多边形: 形状 9920"/>
            <p:cNvSpPr>
              <a:spLocks/>
            </p:cNvSpPr>
            <p:nvPr/>
          </p:nvSpPr>
          <p:spPr bwMode="auto">
            <a:xfrm>
              <a:off x="10799763" y="3722688"/>
              <a:ext cx="403225" cy="319088"/>
            </a:xfrm>
            <a:custGeom>
              <a:avLst/>
              <a:gdLst>
                <a:gd name="T0" fmla="*/ 0 w 254"/>
                <a:gd name="T1" fmla="*/ 92 h 201"/>
                <a:gd name="T2" fmla="*/ 204 w 254"/>
                <a:gd name="T3" fmla="*/ 201 h 201"/>
                <a:gd name="T4" fmla="*/ 254 w 254"/>
                <a:gd name="T5" fmla="*/ 109 h 201"/>
                <a:gd name="T6" fmla="*/ 49 w 254"/>
                <a:gd name="T7" fmla="*/ 0 h 201"/>
                <a:gd name="T8" fmla="*/ 0 w 254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201">
                  <a:moveTo>
                    <a:pt x="0" y="92"/>
                  </a:moveTo>
                  <a:lnTo>
                    <a:pt x="204" y="201"/>
                  </a:lnTo>
                  <a:lnTo>
                    <a:pt x="254" y="109"/>
                  </a:lnTo>
                  <a:lnTo>
                    <a:pt x="49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2" name="任意多边形: 形状 9921"/>
            <p:cNvSpPr>
              <a:spLocks/>
            </p:cNvSpPr>
            <p:nvPr/>
          </p:nvSpPr>
          <p:spPr bwMode="auto">
            <a:xfrm>
              <a:off x="10915651" y="3956050"/>
              <a:ext cx="165100" cy="147638"/>
            </a:xfrm>
            <a:custGeom>
              <a:avLst/>
              <a:gdLst>
                <a:gd name="T0" fmla="*/ 0 w 104"/>
                <a:gd name="T1" fmla="*/ 54 h 93"/>
                <a:gd name="T2" fmla="*/ 74 w 104"/>
                <a:gd name="T3" fmla="*/ 93 h 93"/>
                <a:gd name="T4" fmla="*/ 104 w 104"/>
                <a:gd name="T5" fmla="*/ 39 h 93"/>
                <a:gd name="T6" fmla="*/ 30 w 104"/>
                <a:gd name="T7" fmla="*/ 0 h 93"/>
                <a:gd name="T8" fmla="*/ 0 w 104"/>
                <a:gd name="T9" fmla="*/ 5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93">
                  <a:moveTo>
                    <a:pt x="0" y="54"/>
                  </a:moveTo>
                  <a:lnTo>
                    <a:pt x="74" y="93"/>
                  </a:lnTo>
                  <a:lnTo>
                    <a:pt x="104" y="39"/>
                  </a:lnTo>
                  <a:lnTo>
                    <a:pt x="30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3" name="任意多边形: 形状 9922"/>
            <p:cNvSpPr>
              <a:spLocks/>
            </p:cNvSpPr>
            <p:nvPr/>
          </p:nvSpPr>
          <p:spPr bwMode="auto">
            <a:xfrm>
              <a:off x="10253663" y="4246563"/>
              <a:ext cx="920750" cy="554038"/>
            </a:xfrm>
            <a:custGeom>
              <a:avLst/>
              <a:gdLst>
                <a:gd name="T0" fmla="*/ 96 w 580"/>
                <a:gd name="T1" fmla="*/ 0 h 349"/>
                <a:gd name="T2" fmla="*/ 329 w 580"/>
                <a:gd name="T3" fmla="*/ 124 h 349"/>
                <a:gd name="T4" fmla="*/ 561 w 580"/>
                <a:gd name="T5" fmla="*/ 246 h 349"/>
                <a:gd name="T6" fmla="*/ 580 w 580"/>
                <a:gd name="T7" fmla="*/ 349 h 349"/>
                <a:gd name="T8" fmla="*/ 290 w 580"/>
                <a:gd name="T9" fmla="*/ 196 h 349"/>
                <a:gd name="T10" fmla="*/ 0 w 580"/>
                <a:gd name="T11" fmla="*/ 43 h 349"/>
                <a:gd name="T12" fmla="*/ 96 w 580"/>
                <a:gd name="T13" fmla="*/ 0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0" h="349">
                  <a:moveTo>
                    <a:pt x="96" y="0"/>
                  </a:moveTo>
                  <a:lnTo>
                    <a:pt x="329" y="124"/>
                  </a:lnTo>
                  <a:lnTo>
                    <a:pt x="561" y="246"/>
                  </a:lnTo>
                  <a:lnTo>
                    <a:pt x="580" y="349"/>
                  </a:lnTo>
                  <a:lnTo>
                    <a:pt x="290" y="196"/>
                  </a:lnTo>
                  <a:lnTo>
                    <a:pt x="0" y="43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4" name="任意多边形: 形状 9923"/>
            <p:cNvSpPr>
              <a:spLocks/>
            </p:cNvSpPr>
            <p:nvPr/>
          </p:nvSpPr>
          <p:spPr bwMode="auto">
            <a:xfrm>
              <a:off x="10172701" y="4202113"/>
              <a:ext cx="919163" cy="557213"/>
            </a:xfrm>
            <a:custGeom>
              <a:avLst/>
              <a:gdLst>
                <a:gd name="T0" fmla="*/ 96 w 579"/>
                <a:gd name="T1" fmla="*/ 0 h 351"/>
                <a:gd name="T2" fmla="*/ 328 w 579"/>
                <a:gd name="T3" fmla="*/ 124 h 351"/>
                <a:gd name="T4" fmla="*/ 562 w 579"/>
                <a:gd name="T5" fmla="*/ 248 h 351"/>
                <a:gd name="T6" fmla="*/ 579 w 579"/>
                <a:gd name="T7" fmla="*/ 351 h 351"/>
                <a:gd name="T8" fmla="*/ 289 w 579"/>
                <a:gd name="T9" fmla="*/ 198 h 351"/>
                <a:gd name="T10" fmla="*/ 0 w 579"/>
                <a:gd name="T11" fmla="*/ 45 h 351"/>
                <a:gd name="T12" fmla="*/ 96 w 579"/>
                <a:gd name="T13" fmla="*/ 0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9" h="351">
                  <a:moveTo>
                    <a:pt x="96" y="0"/>
                  </a:moveTo>
                  <a:lnTo>
                    <a:pt x="328" y="124"/>
                  </a:lnTo>
                  <a:lnTo>
                    <a:pt x="562" y="248"/>
                  </a:lnTo>
                  <a:lnTo>
                    <a:pt x="579" y="351"/>
                  </a:lnTo>
                  <a:lnTo>
                    <a:pt x="289" y="198"/>
                  </a:lnTo>
                  <a:lnTo>
                    <a:pt x="0" y="45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5" name="任意多边形: 形状 9924"/>
            <p:cNvSpPr>
              <a:spLocks/>
            </p:cNvSpPr>
            <p:nvPr/>
          </p:nvSpPr>
          <p:spPr bwMode="auto">
            <a:xfrm>
              <a:off x="10374313" y="2981325"/>
              <a:ext cx="1244600" cy="1227138"/>
            </a:xfrm>
            <a:custGeom>
              <a:avLst/>
              <a:gdLst>
                <a:gd name="T0" fmla="*/ 125 w 425"/>
                <a:gd name="T1" fmla="*/ 419 h 419"/>
                <a:gd name="T2" fmla="*/ 137 w 425"/>
                <a:gd name="T3" fmla="*/ 139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9 h 419"/>
                <a:gd name="T12" fmla="*/ 125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5" y="419"/>
                  </a:moveTo>
                  <a:cubicBezTo>
                    <a:pt x="69" y="336"/>
                    <a:pt x="70" y="222"/>
                    <a:pt x="137" y="139"/>
                  </a:cubicBezTo>
                  <a:cubicBezTo>
                    <a:pt x="191" y="72"/>
                    <a:pt x="274" y="42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5"/>
                    <a:pt x="85" y="100"/>
                  </a:cubicBezTo>
                  <a:cubicBezTo>
                    <a:pt x="11" y="178"/>
                    <a:pt x="0" y="291"/>
                    <a:pt x="50" y="379"/>
                  </a:cubicBezTo>
                  <a:lnTo>
                    <a:pt x="125" y="4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6" name="任意多边形: 形状 9925"/>
            <p:cNvSpPr>
              <a:spLocks/>
            </p:cNvSpPr>
            <p:nvPr/>
          </p:nvSpPr>
          <p:spPr bwMode="auto">
            <a:xfrm>
              <a:off x="10291763" y="2940050"/>
              <a:ext cx="1246188" cy="1227138"/>
            </a:xfrm>
            <a:custGeom>
              <a:avLst/>
              <a:gdLst>
                <a:gd name="T0" fmla="*/ 126 w 425"/>
                <a:gd name="T1" fmla="*/ 419 h 419"/>
                <a:gd name="T2" fmla="*/ 138 w 425"/>
                <a:gd name="T3" fmla="*/ 138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8 h 419"/>
                <a:gd name="T12" fmla="*/ 126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6" y="419"/>
                  </a:moveTo>
                  <a:cubicBezTo>
                    <a:pt x="69" y="335"/>
                    <a:pt x="71" y="221"/>
                    <a:pt x="138" y="138"/>
                  </a:cubicBezTo>
                  <a:cubicBezTo>
                    <a:pt x="192" y="72"/>
                    <a:pt x="274" y="41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4"/>
                    <a:pt x="85" y="100"/>
                  </a:cubicBezTo>
                  <a:cubicBezTo>
                    <a:pt x="11" y="177"/>
                    <a:pt x="0" y="290"/>
                    <a:pt x="50" y="378"/>
                  </a:cubicBezTo>
                  <a:lnTo>
                    <a:pt x="126" y="419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7" name="任意多边形: 形状 9926"/>
            <p:cNvSpPr>
              <a:spLocks/>
            </p:cNvSpPr>
            <p:nvPr/>
          </p:nvSpPr>
          <p:spPr bwMode="auto">
            <a:xfrm>
              <a:off x="10374313" y="2981325"/>
              <a:ext cx="1244600" cy="1227138"/>
            </a:xfrm>
            <a:custGeom>
              <a:avLst/>
              <a:gdLst>
                <a:gd name="T0" fmla="*/ 125 w 425"/>
                <a:gd name="T1" fmla="*/ 419 h 419"/>
                <a:gd name="T2" fmla="*/ 137 w 425"/>
                <a:gd name="T3" fmla="*/ 139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9 h 419"/>
                <a:gd name="T12" fmla="*/ 125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5" y="419"/>
                  </a:moveTo>
                  <a:cubicBezTo>
                    <a:pt x="69" y="336"/>
                    <a:pt x="70" y="222"/>
                    <a:pt x="137" y="139"/>
                  </a:cubicBezTo>
                  <a:cubicBezTo>
                    <a:pt x="191" y="72"/>
                    <a:pt x="274" y="42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5"/>
                    <a:pt x="85" y="100"/>
                  </a:cubicBezTo>
                  <a:cubicBezTo>
                    <a:pt x="11" y="178"/>
                    <a:pt x="0" y="291"/>
                    <a:pt x="50" y="379"/>
                  </a:cubicBezTo>
                  <a:lnTo>
                    <a:pt x="125" y="419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8" name="任意多边形: 形状 9927"/>
            <p:cNvSpPr>
              <a:spLocks/>
            </p:cNvSpPr>
            <p:nvPr/>
          </p:nvSpPr>
          <p:spPr bwMode="auto">
            <a:xfrm>
              <a:off x="10856913" y="3754438"/>
              <a:ext cx="407988" cy="319088"/>
            </a:xfrm>
            <a:custGeom>
              <a:avLst/>
              <a:gdLst>
                <a:gd name="T0" fmla="*/ 0 w 257"/>
                <a:gd name="T1" fmla="*/ 92 h 201"/>
                <a:gd name="T2" fmla="*/ 207 w 257"/>
                <a:gd name="T3" fmla="*/ 201 h 201"/>
                <a:gd name="T4" fmla="*/ 257 w 257"/>
                <a:gd name="T5" fmla="*/ 109 h 201"/>
                <a:gd name="T6" fmla="*/ 52 w 257"/>
                <a:gd name="T7" fmla="*/ 0 h 201"/>
                <a:gd name="T8" fmla="*/ 0 w 257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201">
                  <a:moveTo>
                    <a:pt x="0" y="92"/>
                  </a:moveTo>
                  <a:lnTo>
                    <a:pt x="207" y="201"/>
                  </a:lnTo>
                  <a:lnTo>
                    <a:pt x="257" y="109"/>
                  </a:lnTo>
                  <a:lnTo>
                    <a:pt x="52" y="0"/>
                  </a:lnTo>
                  <a:lnTo>
                    <a:pt x="0" y="92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9" name="任意多边形: 形状 9928"/>
            <p:cNvSpPr>
              <a:spLocks/>
            </p:cNvSpPr>
            <p:nvPr/>
          </p:nvSpPr>
          <p:spPr bwMode="auto">
            <a:xfrm>
              <a:off x="10915651" y="3956050"/>
              <a:ext cx="165100" cy="147638"/>
            </a:xfrm>
            <a:custGeom>
              <a:avLst/>
              <a:gdLst>
                <a:gd name="T0" fmla="*/ 0 w 104"/>
                <a:gd name="T1" fmla="*/ 54 h 93"/>
                <a:gd name="T2" fmla="*/ 74 w 104"/>
                <a:gd name="T3" fmla="*/ 93 h 93"/>
                <a:gd name="T4" fmla="*/ 104 w 104"/>
                <a:gd name="T5" fmla="*/ 39 h 93"/>
                <a:gd name="T6" fmla="*/ 30 w 104"/>
                <a:gd name="T7" fmla="*/ 0 h 93"/>
                <a:gd name="T8" fmla="*/ 0 w 104"/>
                <a:gd name="T9" fmla="*/ 5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93">
                  <a:moveTo>
                    <a:pt x="0" y="54"/>
                  </a:moveTo>
                  <a:lnTo>
                    <a:pt x="74" y="93"/>
                  </a:lnTo>
                  <a:lnTo>
                    <a:pt x="104" y="39"/>
                  </a:lnTo>
                  <a:lnTo>
                    <a:pt x="30" y="0"/>
                  </a:lnTo>
                  <a:lnTo>
                    <a:pt x="0" y="54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0" name="任意多边形: 形状 9929"/>
            <p:cNvSpPr>
              <a:spLocks/>
            </p:cNvSpPr>
            <p:nvPr/>
          </p:nvSpPr>
          <p:spPr bwMode="auto">
            <a:xfrm>
              <a:off x="10485438" y="4035425"/>
              <a:ext cx="762000" cy="477838"/>
            </a:xfrm>
            <a:custGeom>
              <a:avLst/>
              <a:gdLst>
                <a:gd name="T0" fmla="*/ 0 w 480"/>
                <a:gd name="T1" fmla="*/ 65 h 301"/>
                <a:gd name="T2" fmla="*/ 447 w 480"/>
                <a:gd name="T3" fmla="*/ 301 h 301"/>
                <a:gd name="T4" fmla="*/ 480 w 480"/>
                <a:gd name="T5" fmla="*/ 237 h 301"/>
                <a:gd name="T6" fmla="*/ 33 w 480"/>
                <a:gd name="T7" fmla="*/ 0 h 301"/>
                <a:gd name="T8" fmla="*/ 0 w 480"/>
                <a:gd name="T9" fmla="*/ 65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0" h="301">
                  <a:moveTo>
                    <a:pt x="0" y="65"/>
                  </a:moveTo>
                  <a:lnTo>
                    <a:pt x="447" y="301"/>
                  </a:lnTo>
                  <a:lnTo>
                    <a:pt x="480" y="237"/>
                  </a:lnTo>
                  <a:lnTo>
                    <a:pt x="33" y="0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1" name="任意多边形: 形状 9930"/>
            <p:cNvSpPr>
              <a:spLocks/>
            </p:cNvSpPr>
            <p:nvPr/>
          </p:nvSpPr>
          <p:spPr bwMode="auto">
            <a:xfrm>
              <a:off x="10672763" y="4270375"/>
              <a:ext cx="269875" cy="225425"/>
            </a:xfrm>
            <a:custGeom>
              <a:avLst/>
              <a:gdLst>
                <a:gd name="T0" fmla="*/ 0 w 170"/>
                <a:gd name="T1" fmla="*/ 74 h 142"/>
                <a:gd name="T2" fmla="*/ 129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4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4"/>
                  </a:moveTo>
                  <a:lnTo>
                    <a:pt x="129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2" name="任意多边形: 形状 9931"/>
            <p:cNvSpPr>
              <a:spLocks/>
            </p:cNvSpPr>
            <p:nvPr/>
          </p:nvSpPr>
          <p:spPr bwMode="auto">
            <a:xfrm>
              <a:off x="10610851" y="4238625"/>
              <a:ext cx="269875" cy="225425"/>
            </a:xfrm>
            <a:custGeom>
              <a:avLst/>
              <a:gdLst>
                <a:gd name="T0" fmla="*/ 0 w 170"/>
                <a:gd name="T1" fmla="*/ 73 h 142"/>
                <a:gd name="T2" fmla="*/ 131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3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3"/>
                  </a:moveTo>
                  <a:lnTo>
                    <a:pt x="131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3" name="任意多边形: 形状 9932"/>
            <p:cNvSpPr>
              <a:spLocks/>
            </p:cNvSpPr>
            <p:nvPr/>
          </p:nvSpPr>
          <p:spPr bwMode="auto">
            <a:xfrm>
              <a:off x="10672763" y="4270375"/>
              <a:ext cx="269875" cy="225425"/>
            </a:xfrm>
            <a:custGeom>
              <a:avLst/>
              <a:gdLst>
                <a:gd name="T0" fmla="*/ 0 w 170"/>
                <a:gd name="T1" fmla="*/ 74 h 142"/>
                <a:gd name="T2" fmla="*/ 129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4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4"/>
                  </a:moveTo>
                  <a:lnTo>
                    <a:pt x="129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4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4" name="任意多边形: 形状 9933"/>
            <p:cNvSpPr>
              <a:spLocks/>
            </p:cNvSpPr>
            <p:nvPr/>
          </p:nvSpPr>
          <p:spPr bwMode="auto">
            <a:xfrm>
              <a:off x="10253663" y="4246563"/>
              <a:ext cx="920750" cy="554038"/>
            </a:xfrm>
            <a:custGeom>
              <a:avLst/>
              <a:gdLst>
                <a:gd name="T0" fmla="*/ 96 w 580"/>
                <a:gd name="T1" fmla="*/ 0 h 349"/>
                <a:gd name="T2" fmla="*/ 329 w 580"/>
                <a:gd name="T3" fmla="*/ 124 h 349"/>
                <a:gd name="T4" fmla="*/ 561 w 580"/>
                <a:gd name="T5" fmla="*/ 246 h 349"/>
                <a:gd name="T6" fmla="*/ 580 w 580"/>
                <a:gd name="T7" fmla="*/ 349 h 349"/>
                <a:gd name="T8" fmla="*/ 290 w 580"/>
                <a:gd name="T9" fmla="*/ 196 h 349"/>
                <a:gd name="T10" fmla="*/ 0 w 580"/>
                <a:gd name="T11" fmla="*/ 43 h 349"/>
                <a:gd name="T12" fmla="*/ 96 w 580"/>
                <a:gd name="T13" fmla="*/ 0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0" h="349">
                  <a:moveTo>
                    <a:pt x="96" y="0"/>
                  </a:moveTo>
                  <a:lnTo>
                    <a:pt x="329" y="124"/>
                  </a:lnTo>
                  <a:lnTo>
                    <a:pt x="561" y="246"/>
                  </a:lnTo>
                  <a:lnTo>
                    <a:pt x="580" y="349"/>
                  </a:lnTo>
                  <a:lnTo>
                    <a:pt x="290" y="196"/>
                  </a:lnTo>
                  <a:lnTo>
                    <a:pt x="0" y="43"/>
                  </a:lnTo>
                  <a:lnTo>
                    <a:pt x="96" y="0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5" name="任意多边形: 形状 9934"/>
            <p:cNvSpPr>
              <a:spLocks/>
            </p:cNvSpPr>
            <p:nvPr/>
          </p:nvSpPr>
          <p:spPr bwMode="auto">
            <a:xfrm>
              <a:off x="10837863" y="2830513"/>
              <a:ext cx="998538" cy="1149350"/>
            </a:xfrm>
            <a:custGeom>
              <a:avLst/>
              <a:gdLst>
                <a:gd name="T0" fmla="*/ 0 w 629"/>
                <a:gd name="T1" fmla="*/ 549 h 724"/>
                <a:gd name="T2" fmla="*/ 332 w 629"/>
                <a:gd name="T3" fmla="*/ 724 h 724"/>
                <a:gd name="T4" fmla="*/ 629 w 629"/>
                <a:gd name="T5" fmla="*/ 176 h 724"/>
                <a:gd name="T6" fmla="*/ 297 w 629"/>
                <a:gd name="T7" fmla="*/ 0 h 724"/>
                <a:gd name="T8" fmla="*/ 0 w 629"/>
                <a:gd name="T9" fmla="*/ 549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9" h="724">
                  <a:moveTo>
                    <a:pt x="0" y="549"/>
                  </a:moveTo>
                  <a:lnTo>
                    <a:pt x="332" y="724"/>
                  </a:lnTo>
                  <a:lnTo>
                    <a:pt x="629" y="176"/>
                  </a:lnTo>
                  <a:lnTo>
                    <a:pt x="297" y="0"/>
                  </a:lnTo>
                  <a:lnTo>
                    <a:pt x="0" y="54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6" name="任意多边形: 形状 9935"/>
            <p:cNvSpPr>
              <a:spLocks/>
            </p:cNvSpPr>
            <p:nvPr/>
          </p:nvSpPr>
          <p:spPr bwMode="auto">
            <a:xfrm>
              <a:off x="10755313" y="2787650"/>
              <a:ext cx="1001713" cy="1150938"/>
            </a:xfrm>
            <a:custGeom>
              <a:avLst/>
              <a:gdLst>
                <a:gd name="T0" fmla="*/ 0 w 631"/>
                <a:gd name="T1" fmla="*/ 548 h 725"/>
                <a:gd name="T2" fmla="*/ 334 w 631"/>
                <a:gd name="T3" fmla="*/ 725 h 725"/>
                <a:gd name="T4" fmla="*/ 631 w 631"/>
                <a:gd name="T5" fmla="*/ 177 h 725"/>
                <a:gd name="T6" fmla="*/ 297 w 631"/>
                <a:gd name="T7" fmla="*/ 0 h 725"/>
                <a:gd name="T8" fmla="*/ 0 w 631"/>
                <a:gd name="T9" fmla="*/ 548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1" h="725">
                  <a:moveTo>
                    <a:pt x="0" y="548"/>
                  </a:moveTo>
                  <a:lnTo>
                    <a:pt x="334" y="725"/>
                  </a:lnTo>
                  <a:lnTo>
                    <a:pt x="631" y="177"/>
                  </a:lnTo>
                  <a:lnTo>
                    <a:pt x="297" y="0"/>
                  </a:lnTo>
                  <a:lnTo>
                    <a:pt x="0" y="54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7" name="任意多边形: 形状 9936"/>
            <p:cNvSpPr>
              <a:spLocks/>
            </p:cNvSpPr>
            <p:nvPr/>
          </p:nvSpPr>
          <p:spPr bwMode="auto">
            <a:xfrm>
              <a:off x="10837863" y="2830513"/>
              <a:ext cx="998538" cy="1149350"/>
            </a:xfrm>
            <a:custGeom>
              <a:avLst/>
              <a:gdLst>
                <a:gd name="T0" fmla="*/ 0 w 629"/>
                <a:gd name="T1" fmla="*/ 549 h 724"/>
                <a:gd name="T2" fmla="*/ 332 w 629"/>
                <a:gd name="T3" fmla="*/ 724 h 724"/>
                <a:gd name="T4" fmla="*/ 629 w 629"/>
                <a:gd name="T5" fmla="*/ 176 h 724"/>
                <a:gd name="T6" fmla="*/ 297 w 629"/>
                <a:gd name="T7" fmla="*/ 0 h 724"/>
                <a:gd name="T8" fmla="*/ 0 w 629"/>
                <a:gd name="T9" fmla="*/ 549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9" h="724">
                  <a:moveTo>
                    <a:pt x="0" y="549"/>
                  </a:moveTo>
                  <a:lnTo>
                    <a:pt x="332" y="724"/>
                  </a:lnTo>
                  <a:lnTo>
                    <a:pt x="629" y="176"/>
                  </a:lnTo>
                  <a:lnTo>
                    <a:pt x="297" y="0"/>
                  </a:lnTo>
                  <a:lnTo>
                    <a:pt x="0" y="549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30765459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638177" y="635000"/>
            <a:ext cx="10918825" cy="558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 sz="1350"/>
          </a:p>
        </p:txBody>
      </p:sp>
      <p:sp>
        <p:nvSpPr>
          <p:cNvPr id="20" name="标题 19"/>
          <p:cNvSpPr>
            <a:spLocks noGrp="1"/>
          </p:cNvSpPr>
          <p:nvPr>
            <p:ph type="title"/>
          </p:nvPr>
        </p:nvSpPr>
        <p:spPr>
          <a:xfrm>
            <a:off x="1939637" y="2743654"/>
            <a:ext cx="8312727" cy="895350"/>
          </a:xfrm>
        </p:spPr>
        <p:txBody>
          <a:bodyPr anchor="b">
            <a:noAutofit/>
          </a:bodyPr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13878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339D1-7809-4730-BBD9-1484FBD706A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301"/>
            <a:ext cx="10850563" cy="5006975"/>
          </a:xfrm>
        </p:spPr>
        <p:txBody>
          <a:bodyPr>
            <a:normAutofit/>
          </a:bodyPr>
          <a:lstStyle>
            <a:lvl1pPr marL="108000" indent="90000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Tx/>
              <a:buNone/>
              <a:defRPr sz="3200"/>
            </a:lvl1pPr>
            <a:lvl2pPr marL="108000" indent="90000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Tx/>
              <a:buNone/>
              <a:defRPr sz="2800"/>
            </a:lvl2pPr>
            <a:lvl3pPr marL="108000" indent="90000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Tx/>
              <a:buNone/>
              <a:defRPr sz="2400"/>
            </a:lvl3pPr>
            <a:lvl4pPr marL="108000" indent="90000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Tx/>
              <a:buNone/>
              <a:defRPr sz="2000"/>
            </a:lvl4pPr>
            <a:lvl5pPr marL="108000" indent="90000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Tx/>
              <a:buNone/>
              <a:defRPr sz="2000"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3393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B13F9A-9790-4562-8B37-BBDCA0C1B0F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5164" y="1135380"/>
            <a:ext cx="5326061" cy="448976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F939CE1-2565-4BD2-B765-0FDA979C42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71515" y="1685956"/>
            <a:ext cx="5326061" cy="450370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7A8FE65-353E-44A9-975F-C67D0364E0E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94427" y="1135380"/>
            <a:ext cx="5326061" cy="448976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E1F490D-3FF4-40C5-B1DD-918F0138111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1" y="1685956"/>
            <a:ext cx="5348287" cy="4503707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B458B080-7577-4712-B3BC-597995F4A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B650616-94FA-4F8C-B49C-5CD1BB08A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页脚占位符 10">
            <a:extLst>
              <a:ext uri="{FF2B5EF4-FFF2-40B4-BE49-F238E27FC236}">
                <a16:creationId xmlns:a16="http://schemas.microsoft.com/office/drawing/2014/main" id="{E9664480-D645-43BD-896D-DC0BDBEEA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846A2231-11F9-489B-9492-E00E5114D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339D1-7809-4730-BBD9-1484FBD706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1741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339D1-7809-4730-BBD9-1484FBD706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138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198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标题 12"/>
          <p:cNvSpPr>
            <a:spLocks noGrp="1"/>
          </p:cNvSpPr>
          <p:nvPr>
            <p:ph type="ctrTitle" hasCustomPrompt="1"/>
          </p:nvPr>
        </p:nvSpPr>
        <p:spPr>
          <a:xfrm>
            <a:off x="3382963" y="1135065"/>
            <a:ext cx="5426076" cy="1621509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grpSp>
        <p:nvGrpSpPr>
          <p:cNvPr id="179" name="组合 178"/>
          <p:cNvGrpSpPr/>
          <p:nvPr/>
        </p:nvGrpSpPr>
        <p:grpSpPr>
          <a:xfrm>
            <a:off x="236539" y="2736852"/>
            <a:ext cx="11599863" cy="3910013"/>
            <a:chOff x="236538" y="2736850"/>
            <a:chExt cx="11599863" cy="3910013"/>
          </a:xfrm>
        </p:grpSpPr>
        <p:sp>
          <p:nvSpPr>
            <p:cNvPr id="180" name="任意多边形: 形状 179"/>
            <p:cNvSpPr>
              <a:spLocks/>
            </p:cNvSpPr>
            <p:nvPr/>
          </p:nvSpPr>
          <p:spPr bwMode="auto">
            <a:xfrm>
              <a:off x="7237413" y="5686425"/>
              <a:ext cx="784225" cy="893763"/>
            </a:xfrm>
            <a:custGeom>
              <a:avLst/>
              <a:gdLst>
                <a:gd name="T0" fmla="*/ 62 w 268"/>
                <a:gd name="T1" fmla="*/ 45 h 305"/>
                <a:gd name="T2" fmla="*/ 268 w 268"/>
                <a:gd name="T3" fmla="*/ 109 h 305"/>
                <a:gd name="T4" fmla="*/ 206 w 268"/>
                <a:gd name="T5" fmla="*/ 305 h 305"/>
                <a:gd name="T6" fmla="*/ 0 w 268"/>
                <a:gd name="T7" fmla="*/ 240 h 305"/>
                <a:gd name="T8" fmla="*/ 62 w 268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5">
                  <a:moveTo>
                    <a:pt x="62" y="45"/>
                  </a:moveTo>
                  <a:cubicBezTo>
                    <a:pt x="189" y="0"/>
                    <a:pt x="268" y="109"/>
                    <a:pt x="268" y="109"/>
                  </a:cubicBezTo>
                  <a:cubicBezTo>
                    <a:pt x="206" y="305"/>
                    <a:pt x="206" y="305"/>
                    <a:pt x="206" y="305"/>
                  </a:cubicBezTo>
                  <a:cubicBezTo>
                    <a:pt x="206" y="305"/>
                    <a:pt x="127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solidFill>
              <a:srgbClr val="FFFFFF"/>
            </a:solidFill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1" name="任意多边形: 形状 180"/>
            <p:cNvSpPr>
              <a:spLocks/>
            </p:cNvSpPr>
            <p:nvPr/>
          </p:nvSpPr>
          <p:spPr bwMode="auto">
            <a:xfrm>
              <a:off x="6634163" y="5500688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2 w 268"/>
                <a:gd name="T3" fmla="*/ 46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90" y="0"/>
                    <a:pt x="62" y="46"/>
                    <a:pt x="62" y="46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solidFill>
              <a:srgbClr val="FFFFFF"/>
            </a:solidFill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2" name="任意多边形: 形状 181"/>
            <p:cNvSpPr>
              <a:spLocks/>
            </p:cNvSpPr>
            <p:nvPr/>
          </p:nvSpPr>
          <p:spPr bwMode="auto">
            <a:xfrm>
              <a:off x="6991351" y="5478463"/>
              <a:ext cx="157163" cy="136525"/>
            </a:xfrm>
            <a:custGeom>
              <a:avLst/>
              <a:gdLst>
                <a:gd name="T0" fmla="*/ 0 w 99"/>
                <a:gd name="T1" fmla="*/ 73 h 86"/>
                <a:gd name="T2" fmla="*/ 22 w 99"/>
                <a:gd name="T3" fmla="*/ 0 h 86"/>
                <a:gd name="T4" fmla="*/ 53 w 99"/>
                <a:gd name="T5" fmla="*/ 35 h 86"/>
                <a:gd name="T6" fmla="*/ 99 w 99"/>
                <a:gd name="T7" fmla="*/ 24 h 86"/>
                <a:gd name="T8" fmla="*/ 79 w 99"/>
                <a:gd name="T9" fmla="*/ 86 h 86"/>
                <a:gd name="T10" fmla="*/ 0 w 99"/>
                <a:gd name="T11" fmla="*/ 7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9" h="86">
                  <a:moveTo>
                    <a:pt x="0" y="73"/>
                  </a:moveTo>
                  <a:lnTo>
                    <a:pt x="22" y="0"/>
                  </a:lnTo>
                  <a:lnTo>
                    <a:pt x="53" y="35"/>
                  </a:lnTo>
                  <a:lnTo>
                    <a:pt x="99" y="24"/>
                  </a:lnTo>
                  <a:lnTo>
                    <a:pt x="79" y="86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3" name="任意多边形: 形状 182"/>
            <p:cNvSpPr>
              <a:spLocks/>
            </p:cNvSpPr>
            <p:nvPr/>
          </p:nvSpPr>
          <p:spPr bwMode="auto">
            <a:xfrm>
              <a:off x="6991351" y="5478463"/>
              <a:ext cx="157163" cy="136525"/>
            </a:xfrm>
            <a:custGeom>
              <a:avLst/>
              <a:gdLst>
                <a:gd name="T0" fmla="*/ 0 w 99"/>
                <a:gd name="T1" fmla="*/ 73 h 86"/>
                <a:gd name="T2" fmla="*/ 22 w 99"/>
                <a:gd name="T3" fmla="*/ 0 h 86"/>
                <a:gd name="T4" fmla="*/ 53 w 99"/>
                <a:gd name="T5" fmla="*/ 35 h 86"/>
                <a:gd name="T6" fmla="*/ 99 w 99"/>
                <a:gd name="T7" fmla="*/ 24 h 86"/>
                <a:gd name="T8" fmla="*/ 79 w 99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86">
                  <a:moveTo>
                    <a:pt x="0" y="73"/>
                  </a:moveTo>
                  <a:lnTo>
                    <a:pt x="22" y="0"/>
                  </a:lnTo>
                  <a:lnTo>
                    <a:pt x="53" y="35"/>
                  </a:lnTo>
                  <a:lnTo>
                    <a:pt x="99" y="24"/>
                  </a:lnTo>
                  <a:lnTo>
                    <a:pt x="79" y="8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4" name="任意多边形: 形状 183"/>
            <p:cNvSpPr>
              <a:spLocks/>
            </p:cNvSpPr>
            <p:nvPr/>
          </p:nvSpPr>
          <p:spPr bwMode="auto">
            <a:xfrm>
              <a:off x="7032626" y="5492750"/>
              <a:ext cx="157163" cy="134938"/>
            </a:xfrm>
            <a:custGeom>
              <a:avLst/>
              <a:gdLst>
                <a:gd name="T0" fmla="*/ 0 w 99"/>
                <a:gd name="T1" fmla="*/ 72 h 85"/>
                <a:gd name="T2" fmla="*/ 22 w 99"/>
                <a:gd name="T3" fmla="*/ 0 h 85"/>
                <a:gd name="T4" fmla="*/ 53 w 99"/>
                <a:gd name="T5" fmla="*/ 33 h 85"/>
                <a:gd name="T6" fmla="*/ 99 w 99"/>
                <a:gd name="T7" fmla="*/ 24 h 85"/>
                <a:gd name="T8" fmla="*/ 79 w 99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85">
                  <a:moveTo>
                    <a:pt x="0" y="72"/>
                  </a:moveTo>
                  <a:lnTo>
                    <a:pt x="22" y="0"/>
                  </a:lnTo>
                  <a:lnTo>
                    <a:pt x="53" y="33"/>
                  </a:lnTo>
                  <a:lnTo>
                    <a:pt x="99" y="24"/>
                  </a:lnTo>
                  <a:lnTo>
                    <a:pt x="79" y="85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5" name="任意多边形: 形状 184"/>
            <p:cNvSpPr>
              <a:spLocks/>
            </p:cNvSpPr>
            <p:nvPr/>
          </p:nvSpPr>
          <p:spPr bwMode="auto">
            <a:xfrm>
              <a:off x="7207251" y="5735638"/>
              <a:ext cx="782638" cy="893763"/>
            </a:xfrm>
            <a:custGeom>
              <a:avLst/>
              <a:gdLst>
                <a:gd name="T0" fmla="*/ 62 w 267"/>
                <a:gd name="T1" fmla="*/ 45 h 305"/>
                <a:gd name="T2" fmla="*/ 267 w 267"/>
                <a:gd name="T3" fmla="*/ 109 h 305"/>
                <a:gd name="T4" fmla="*/ 205 w 267"/>
                <a:gd name="T5" fmla="*/ 305 h 305"/>
                <a:gd name="T6" fmla="*/ 0 w 267"/>
                <a:gd name="T7" fmla="*/ 240 h 305"/>
                <a:gd name="T8" fmla="*/ 62 w 267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7" h="305">
                  <a:moveTo>
                    <a:pt x="62" y="45"/>
                  </a:moveTo>
                  <a:cubicBezTo>
                    <a:pt x="188" y="0"/>
                    <a:pt x="267" y="109"/>
                    <a:pt x="267" y="109"/>
                  </a:cubicBezTo>
                  <a:cubicBezTo>
                    <a:pt x="205" y="305"/>
                    <a:pt x="205" y="305"/>
                    <a:pt x="205" y="305"/>
                  </a:cubicBezTo>
                  <a:cubicBezTo>
                    <a:pt x="205" y="305"/>
                    <a:pt x="126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6" name="任意多边形: 形状 185"/>
            <p:cNvSpPr>
              <a:spLocks/>
            </p:cNvSpPr>
            <p:nvPr/>
          </p:nvSpPr>
          <p:spPr bwMode="auto">
            <a:xfrm>
              <a:off x="6578601" y="5541963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1 w 268"/>
                <a:gd name="T3" fmla="*/ 45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89" y="0"/>
                    <a:pt x="61" y="45"/>
                    <a:pt x="61" y="45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7" name="任意多边形: 形状 186"/>
            <p:cNvSpPr>
              <a:spLocks/>
            </p:cNvSpPr>
            <p:nvPr/>
          </p:nvSpPr>
          <p:spPr bwMode="auto">
            <a:xfrm>
              <a:off x="7207251" y="6389688"/>
              <a:ext cx="539750" cy="219075"/>
            </a:xfrm>
            <a:custGeom>
              <a:avLst/>
              <a:gdLst>
                <a:gd name="T0" fmla="*/ 184 w 184"/>
                <a:gd name="T1" fmla="*/ 75 h 75"/>
                <a:gd name="T2" fmla="*/ 0 w 184"/>
                <a:gd name="T3" fmla="*/ 34 h 75"/>
                <a:gd name="T4" fmla="*/ 10 w 184"/>
                <a:gd name="T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4" h="75">
                  <a:moveTo>
                    <a:pt x="184" y="75"/>
                  </a:moveTo>
                  <a:cubicBezTo>
                    <a:pt x="153" y="46"/>
                    <a:pt x="88" y="2"/>
                    <a:pt x="0" y="34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8" name="任意多边形: 形状 187"/>
            <p:cNvSpPr>
              <a:spLocks/>
            </p:cNvSpPr>
            <p:nvPr/>
          </p:nvSpPr>
          <p:spPr bwMode="auto">
            <a:xfrm>
              <a:off x="6691313" y="6265863"/>
              <a:ext cx="546100" cy="222250"/>
            </a:xfrm>
            <a:custGeom>
              <a:avLst/>
              <a:gdLst>
                <a:gd name="T0" fmla="*/ 0 w 186"/>
                <a:gd name="T1" fmla="*/ 6 h 76"/>
                <a:gd name="T2" fmla="*/ 176 w 186"/>
                <a:gd name="T3" fmla="*/ 76 h 76"/>
                <a:gd name="T4" fmla="*/ 186 w 186"/>
                <a:gd name="T5" fmla="*/ 4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6" h="76">
                  <a:moveTo>
                    <a:pt x="0" y="6"/>
                  </a:moveTo>
                  <a:cubicBezTo>
                    <a:pt x="43" y="0"/>
                    <a:pt x="121" y="0"/>
                    <a:pt x="176" y="76"/>
                  </a:cubicBezTo>
                  <a:cubicBezTo>
                    <a:pt x="186" y="42"/>
                    <a:pt x="186" y="42"/>
                    <a:pt x="186" y="42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9" name="任意多边形: 形状 188"/>
            <p:cNvSpPr>
              <a:spLocks/>
            </p:cNvSpPr>
            <p:nvPr/>
          </p:nvSpPr>
          <p:spPr bwMode="auto">
            <a:xfrm>
              <a:off x="7397751" y="6099175"/>
              <a:ext cx="411163" cy="219075"/>
            </a:xfrm>
            <a:custGeom>
              <a:avLst/>
              <a:gdLst>
                <a:gd name="T0" fmla="*/ 140 w 140"/>
                <a:gd name="T1" fmla="*/ 75 h 75"/>
                <a:gd name="T2" fmla="*/ 0 w 140"/>
                <a:gd name="T3" fmla="*/ 3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5">
                  <a:moveTo>
                    <a:pt x="140" y="75"/>
                  </a:moveTo>
                  <a:cubicBezTo>
                    <a:pt x="140" y="75"/>
                    <a:pt x="86" y="0"/>
                    <a:pt x="0" y="31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0" name="任意多边形: 形状 189"/>
            <p:cNvSpPr>
              <a:spLocks/>
            </p:cNvSpPr>
            <p:nvPr/>
          </p:nvSpPr>
          <p:spPr bwMode="auto">
            <a:xfrm>
              <a:off x="7462838" y="5899150"/>
              <a:ext cx="409575" cy="217488"/>
            </a:xfrm>
            <a:custGeom>
              <a:avLst/>
              <a:gdLst>
                <a:gd name="T0" fmla="*/ 140 w 140"/>
                <a:gd name="T1" fmla="*/ 74 h 74"/>
                <a:gd name="T2" fmla="*/ 0 w 140"/>
                <a:gd name="T3" fmla="*/ 3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4">
                  <a:moveTo>
                    <a:pt x="140" y="74"/>
                  </a:moveTo>
                  <a:cubicBezTo>
                    <a:pt x="140" y="74"/>
                    <a:pt x="86" y="0"/>
                    <a:pt x="0" y="30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1" name="任意多边形: 形状 190"/>
            <p:cNvSpPr>
              <a:spLocks/>
            </p:cNvSpPr>
            <p:nvPr/>
          </p:nvSpPr>
          <p:spPr bwMode="auto">
            <a:xfrm>
              <a:off x="7237413" y="5686425"/>
              <a:ext cx="784225" cy="893763"/>
            </a:xfrm>
            <a:custGeom>
              <a:avLst/>
              <a:gdLst>
                <a:gd name="T0" fmla="*/ 62 w 268"/>
                <a:gd name="T1" fmla="*/ 45 h 305"/>
                <a:gd name="T2" fmla="*/ 268 w 268"/>
                <a:gd name="T3" fmla="*/ 109 h 305"/>
                <a:gd name="T4" fmla="*/ 206 w 268"/>
                <a:gd name="T5" fmla="*/ 305 h 305"/>
                <a:gd name="T6" fmla="*/ 0 w 268"/>
                <a:gd name="T7" fmla="*/ 240 h 305"/>
                <a:gd name="T8" fmla="*/ 62 w 268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5">
                  <a:moveTo>
                    <a:pt x="62" y="45"/>
                  </a:moveTo>
                  <a:cubicBezTo>
                    <a:pt x="189" y="0"/>
                    <a:pt x="268" y="109"/>
                    <a:pt x="268" y="109"/>
                  </a:cubicBezTo>
                  <a:cubicBezTo>
                    <a:pt x="206" y="305"/>
                    <a:pt x="206" y="305"/>
                    <a:pt x="206" y="305"/>
                  </a:cubicBezTo>
                  <a:cubicBezTo>
                    <a:pt x="206" y="305"/>
                    <a:pt x="127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2" name="任意多边形: 形状 191"/>
            <p:cNvSpPr>
              <a:spLocks/>
            </p:cNvSpPr>
            <p:nvPr/>
          </p:nvSpPr>
          <p:spPr bwMode="auto">
            <a:xfrm>
              <a:off x="6634163" y="5500688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2 w 268"/>
                <a:gd name="T3" fmla="*/ 46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90" y="0"/>
                    <a:pt x="62" y="46"/>
                    <a:pt x="62" y="46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3" name="任意多边形: 形状 192"/>
            <p:cNvSpPr>
              <a:spLocks/>
            </p:cNvSpPr>
            <p:nvPr/>
          </p:nvSpPr>
          <p:spPr bwMode="auto">
            <a:xfrm>
              <a:off x="6808788" y="5919788"/>
              <a:ext cx="412750" cy="214313"/>
            </a:xfrm>
            <a:custGeom>
              <a:avLst/>
              <a:gdLst>
                <a:gd name="T0" fmla="*/ 0 w 141"/>
                <a:gd name="T1" fmla="*/ 31 h 73"/>
                <a:gd name="T2" fmla="*/ 141 w 141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1" h="73">
                  <a:moveTo>
                    <a:pt x="0" y="31"/>
                  </a:moveTo>
                  <a:cubicBezTo>
                    <a:pt x="0" y="31"/>
                    <a:pt x="88" y="0"/>
                    <a:pt x="141" y="73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4" name="任意多边形: 形状 193"/>
            <p:cNvSpPr>
              <a:spLocks/>
            </p:cNvSpPr>
            <p:nvPr/>
          </p:nvSpPr>
          <p:spPr bwMode="auto">
            <a:xfrm>
              <a:off x="6873876" y="5718175"/>
              <a:ext cx="409575" cy="217488"/>
            </a:xfrm>
            <a:custGeom>
              <a:avLst/>
              <a:gdLst>
                <a:gd name="T0" fmla="*/ 0 w 140"/>
                <a:gd name="T1" fmla="*/ 31 h 74"/>
                <a:gd name="T2" fmla="*/ 140 w 140"/>
                <a:gd name="T3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4">
                  <a:moveTo>
                    <a:pt x="0" y="31"/>
                  </a:moveTo>
                  <a:cubicBezTo>
                    <a:pt x="0" y="31"/>
                    <a:pt x="87" y="0"/>
                    <a:pt x="140" y="74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5" name="任意多边形: 形状 194"/>
            <p:cNvSpPr>
              <a:spLocks/>
            </p:cNvSpPr>
            <p:nvPr/>
          </p:nvSpPr>
          <p:spPr bwMode="auto">
            <a:xfrm>
              <a:off x="3586163" y="5573713"/>
              <a:ext cx="519113" cy="231775"/>
            </a:xfrm>
            <a:custGeom>
              <a:avLst/>
              <a:gdLst>
                <a:gd name="T0" fmla="*/ 0 w 327"/>
                <a:gd name="T1" fmla="*/ 60 h 146"/>
                <a:gd name="T2" fmla="*/ 310 w 327"/>
                <a:gd name="T3" fmla="*/ 146 h 146"/>
                <a:gd name="T4" fmla="*/ 327 w 327"/>
                <a:gd name="T5" fmla="*/ 87 h 146"/>
                <a:gd name="T6" fmla="*/ 19 w 327"/>
                <a:gd name="T7" fmla="*/ 0 h 146"/>
                <a:gd name="T8" fmla="*/ 0 w 327"/>
                <a:gd name="T9" fmla="*/ 6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6">
                  <a:moveTo>
                    <a:pt x="0" y="60"/>
                  </a:moveTo>
                  <a:lnTo>
                    <a:pt x="310" y="146"/>
                  </a:lnTo>
                  <a:lnTo>
                    <a:pt x="327" y="87"/>
                  </a:lnTo>
                  <a:lnTo>
                    <a:pt x="19" y="0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6" name="任意多边形: 形状 195"/>
            <p:cNvSpPr>
              <a:spLocks/>
            </p:cNvSpPr>
            <p:nvPr/>
          </p:nvSpPr>
          <p:spPr bwMode="auto">
            <a:xfrm>
              <a:off x="3422651" y="5680075"/>
              <a:ext cx="612775" cy="903288"/>
            </a:xfrm>
            <a:custGeom>
              <a:avLst/>
              <a:gdLst>
                <a:gd name="T0" fmla="*/ 60 w 209"/>
                <a:gd name="T1" fmla="*/ 297 h 308"/>
                <a:gd name="T2" fmla="*/ 60 w 209"/>
                <a:gd name="T3" fmla="*/ 297 h 308"/>
                <a:gd name="T4" fmla="*/ 149 w 209"/>
                <a:gd name="T5" fmla="*/ 248 h 308"/>
                <a:gd name="T6" fmla="*/ 209 w 209"/>
                <a:gd name="T7" fmla="*/ 39 h 308"/>
                <a:gd name="T8" fmla="*/ 71 w 209"/>
                <a:gd name="T9" fmla="*/ 0 h 308"/>
                <a:gd name="T10" fmla="*/ 11 w 209"/>
                <a:gd name="T11" fmla="*/ 210 h 308"/>
                <a:gd name="T12" fmla="*/ 60 w 209"/>
                <a:gd name="T13" fmla="*/ 29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9" h="308">
                  <a:moveTo>
                    <a:pt x="60" y="297"/>
                  </a:moveTo>
                  <a:cubicBezTo>
                    <a:pt x="60" y="297"/>
                    <a:pt x="60" y="297"/>
                    <a:pt x="60" y="297"/>
                  </a:cubicBezTo>
                  <a:cubicBezTo>
                    <a:pt x="98" y="308"/>
                    <a:pt x="138" y="286"/>
                    <a:pt x="149" y="248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11" y="210"/>
                    <a:pt x="11" y="210"/>
                    <a:pt x="11" y="210"/>
                  </a:cubicBezTo>
                  <a:cubicBezTo>
                    <a:pt x="0" y="247"/>
                    <a:pt x="22" y="286"/>
                    <a:pt x="60" y="2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7" name="任意多边形: 形状 196"/>
            <p:cNvSpPr>
              <a:spLocks/>
            </p:cNvSpPr>
            <p:nvPr/>
          </p:nvSpPr>
          <p:spPr bwMode="auto">
            <a:xfrm>
              <a:off x="3543301" y="5683250"/>
              <a:ext cx="427038" cy="412750"/>
            </a:xfrm>
            <a:custGeom>
              <a:avLst/>
              <a:gdLst>
                <a:gd name="T0" fmla="*/ 116 w 146"/>
                <a:gd name="T1" fmla="*/ 137 h 141"/>
                <a:gd name="T2" fmla="*/ 92 w 146"/>
                <a:gd name="T3" fmla="*/ 135 h 141"/>
                <a:gd name="T4" fmla="*/ 56 w 146"/>
                <a:gd name="T5" fmla="*/ 138 h 141"/>
                <a:gd name="T6" fmla="*/ 29 w 146"/>
                <a:gd name="T7" fmla="*/ 121 h 141"/>
                <a:gd name="T8" fmla="*/ 0 w 146"/>
                <a:gd name="T9" fmla="*/ 110 h 141"/>
                <a:gd name="T10" fmla="*/ 32 w 146"/>
                <a:gd name="T11" fmla="*/ 0 h 141"/>
                <a:gd name="T12" fmla="*/ 146 w 146"/>
                <a:gd name="T13" fmla="*/ 32 h 141"/>
                <a:gd name="T14" fmla="*/ 117 w 146"/>
                <a:gd name="T15" fmla="*/ 13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6" h="141">
                  <a:moveTo>
                    <a:pt x="116" y="137"/>
                  </a:moveTo>
                  <a:cubicBezTo>
                    <a:pt x="108" y="135"/>
                    <a:pt x="101" y="134"/>
                    <a:pt x="92" y="135"/>
                  </a:cubicBezTo>
                  <a:cubicBezTo>
                    <a:pt x="80" y="136"/>
                    <a:pt x="68" y="141"/>
                    <a:pt x="56" y="138"/>
                  </a:cubicBezTo>
                  <a:cubicBezTo>
                    <a:pt x="46" y="135"/>
                    <a:pt x="38" y="127"/>
                    <a:pt x="29" y="121"/>
                  </a:cubicBezTo>
                  <a:cubicBezTo>
                    <a:pt x="21" y="114"/>
                    <a:pt x="11" y="108"/>
                    <a:pt x="0" y="11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146" y="32"/>
                    <a:pt x="146" y="32"/>
                    <a:pt x="146" y="32"/>
                  </a:cubicBezTo>
                  <a:cubicBezTo>
                    <a:pt x="117" y="132"/>
                    <a:pt x="117" y="132"/>
                    <a:pt x="117" y="132"/>
                  </a:cubicBezTo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8" name="任意多边形: 形状 197"/>
            <p:cNvSpPr>
              <a:spLocks/>
            </p:cNvSpPr>
            <p:nvPr/>
          </p:nvSpPr>
          <p:spPr bwMode="auto">
            <a:xfrm>
              <a:off x="3568701" y="6051550"/>
              <a:ext cx="114300" cy="112713"/>
            </a:xfrm>
            <a:custGeom>
              <a:avLst/>
              <a:gdLst>
                <a:gd name="T0" fmla="*/ 3 w 39"/>
                <a:gd name="T1" fmla="*/ 14 h 38"/>
                <a:gd name="T2" fmla="*/ 15 w 39"/>
                <a:gd name="T3" fmla="*/ 35 h 38"/>
                <a:gd name="T4" fmla="*/ 36 w 39"/>
                <a:gd name="T5" fmla="*/ 24 h 38"/>
                <a:gd name="T6" fmla="*/ 24 w 39"/>
                <a:gd name="T7" fmla="*/ 2 h 38"/>
                <a:gd name="T8" fmla="*/ 3 w 39"/>
                <a:gd name="T9" fmla="*/ 1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38">
                  <a:moveTo>
                    <a:pt x="3" y="14"/>
                  </a:moveTo>
                  <a:cubicBezTo>
                    <a:pt x="0" y="23"/>
                    <a:pt x="5" y="33"/>
                    <a:pt x="15" y="35"/>
                  </a:cubicBezTo>
                  <a:cubicBezTo>
                    <a:pt x="24" y="38"/>
                    <a:pt x="34" y="33"/>
                    <a:pt x="36" y="24"/>
                  </a:cubicBezTo>
                  <a:cubicBezTo>
                    <a:pt x="39" y="14"/>
                    <a:pt x="34" y="5"/>
                    <a:pt x="24" y="2"/>
                  </a:cubicBezTo>
                  <a:cubicBezTo>
                    <a:pt x="15" y="0"/>
                    <a:pt x="5" y="5"/>
                    <a:pt x="3" y="14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9" name="任意多边形: 形状 198"/>
            <p:cNvSpPr>
              <a:spLocks/>
            </p:cNvSpPr>
            <p:nvPr/>
          </p:nvSpPr>
          <p:spPr bwMode="auto">
            <a:xfrm>
              <a:off x="3484563" y="6257925"/>
              <a:ext cx="93663" cy="90488"/>
            </a:xfrm>
            <a:custGeom>
              <a:avLst/>
              <a:gdLst>
                <a:gd name="T0" fmla="*/ 2 w 32"/>
                <a:gd name="T1" fmla="*/ 11 h 31"/>
                <a:gd name="T2" fmla="*/ 12 w 32"/>
                <a:gd name="T3" fmla="*/ 29 h 31"/>
                <a:gd name="T4" fmla="*/ 30 w 32"/>
                <a:gd name="T5" fmla="*/ 19 h 31"/>
                <a:gd name="T6" fmla="*/ 20 w 32"/>
                <a:gd name="T7" fmla="*/ 2 h 31"/>
                <a:gd name="T8" fmla="*/ 2 w 32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1">
                  <a:moveTo>
                    <a:pt x="2" y="11"/>
                  </a:moveTo>
                  <a:cubicBezTo>
                    <a:pt x="0" y="19"/>
                    <a:pt x="5" y="27"/>
                    <a:pt x="12" y="29"/>
                  </a:cubicBezTo>
                  <a:cubicBezTo>
                    <a:pt x="20" y="31"/>
                    <a:pt x="28" y="26"/>
                    <a:pt x="30" y="19"/>
                  </a:cubicBezTo>
                  <a:cubicBezTo>
                    <a:pt x="32" y="12"/>
                    <a:pt x="27" y="4"/>
                    <a:pt x="20" y="2"/>
                  </a:cubicBezTo>
                  <a:cubicBezTo>
                    <a:pt x="12" y="0"/>
                    <a:pt x="5" y="4"/>
                    <a:pt x="2" y="11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0" name="任意多边形: 形状 199"/>
            <p:cNvSpPr>
              <a:spLocks/>
            </p:cNvSpPr>
            <p:nvPr/>
          </p:nvSpPr>
          <p:spPr bwMode="auto">
            <a:xfrm>
              <a:off x="3675063" y="6216650"/>
              <a:ext cx="166688" cy="163513"/>
            </a:xfrm>
            <a:custGeom>
              <a:avLst/>
              <a:gdLst>
                <a:gd name="T0" fmla="*/ 4 w 57"/>
                <a:gd name="T1" fmla="*/ 21 h 56"/>
                <a:gd name="T2" fmla="*/ 21 w 57"/>
                <a:gd name="T3" fmla="*/ 53 h 56"/>
                <a:gd name="T4" fmla="*/ 53 w 57"/>
                <a:gd name="T5" fmla="*/ 35 h 56"/>
                <a:gd name="T6" fmla="*/ 35 w 57"/>
                <a:gd name="T7" fmla="*/ 4 h 56"/>
                <a:gd name="T8" fmla="*/ 4 w 57"/>
                <a:gd name="T9" fmla="*/ 21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56">
                  <a:moveTo>
                    <a:pt x="4" y="21"/>
                  </a:moveTo>
                  <a:cubicBezTo>
                    <a:pt x="0" y="35"/>
                    <a:pt x="8" y="49"/>
                    <a:pt x="21" y="53"/>
                  </a:cubicBezTo>
                  <a:cubicBezTo>
                    <a:pt x="35" y="56"/>
                    <a:pt x="49" y="49"/>
                    <a:pt x="53" y="35"/>
                  </a:cubicBezTo>
                  <a:cubicBezTo>
                    <a:pt x="57" y="22"/>
                    <a:pt x="49" y="8"/>
                    <a:pt x="35" y="4"/>
                  </a:cubicBezTo>
                  <a:cubicBezTo>
                    <a:pt x="22" y="0"/>
                    <a:pt x="8" y="8"/>
                    <a:pt x="4" y="21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1" name="任意多边形: 形状 200"/>
            <p:cNvSpPr>
              <a:spLocks/>
            </p:cNvSpPr>
            <p:nvPr/>
          </p:nvSpPr>
          <p:spPr bwMode="auto">
            <a:xfrm>
              <a:off x="3422651" y="5680075"/>
              <a:ext cx="612775" cy="903288"/>
            </a:xfrm>
            <a:custGeom>
              <a:avLst/>
              <a:gdLst>
                <a:gd name="T0" fmla="*/ 60 w 209"/>
                <a:gd name="T1" fmla="*/ 297 h 308"/>
                <a:gd name="T2" fmla="*/ 60 w 209"/>
                <a:gd name="T3" fmla="*/ 297 h 308"/>
                <a:gd name="T4" fmla="*/ 149 w 209"/>
                <a:gd name="T5" fmla="*/ 248 h 308"/>
                <a:gd name="T6" fmla="*/ 209 w 209"/>
                <a:gd name="T7" fmla="*/ 39 h 308"/>
                <a:gd name="T8" fmla="*/ 71 w 209"/>
                <a:gd name="T9" fmla="*/ 0 h 308"/>
                <a:gd name="T10" fmla="*/ 11 w 209"/>
                <a:gd name="T11" fmla="*/ 210 h 308"/>
                <a:gd name="T12" fmla="*/ 60 w 209"/>
                <a:gd name="T13" fmla="*/ 29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9" h="308">
                  <a:moveTo>
                    <a:pt x="60" y="297"/>
                  </a:moveTo>
                  <a:cubicBezTo>
                    <a:pt x="60" y="297"/>
                    <a:pt x="60" y="297"/>
                    <a:pt x="60" y="297"/>
                  </a:cubicBezTo>
                  <a:cubicBezTo>
                    <a:pt x="98" y="308"/>
                    <a:pt x="138" y="286"/>
                    <a:pt x="149" y="248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11" y="210"/>
                    <a:pt x="11" y="210"/>
                    <a:pt x="11" y="210"/>
                  </a:cubicBezTo>
                  <a:cubicBezTo>
                    <a:pt x="0" y="247"/>
                    <a:pt x="22" y="286"/>
                    <a:pt x="60" y="297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2" name="任意多边形: 形状 201"/>
            <p:cNvSpPr>
              <a:spLocks/>
            </p:cNvSpPr>
            <p:nvPr/>
          </p:nvSpPr>
          <p:spPr bwMode="auto">
            <a:xfrm>
              <a:off x="3551238" y="5534025"/>
              <a:ext cx="519113" cy="230188"/>
            </a:xfrm>
            <a:custGeom>
              <a:avLst/>
              <a:gdLst>
                <a:gd name="T0" fmla="*/ 0 w 327"/>
                <a:gd name="T1" fmla="*/ 59 h 145"/>
                <a:gd name="T2" fmla="*/ 310 w 327"/>
                <a:gd name="T3" fmla="*/ 145 h 145"/>
                <a:gd name="T4" fmla="*/ 327 w 327"/>
                <a:gd name="T5" fmla="*/ 86 h 145"/>
                <a:gd name="T6" fmla="*/ 19 w 327"/>
                <a:gd name="T7" fmla="*/ 0 h 145"/>
                <a:gd name="T8" fmla="*/ 0 w 327"/>
                <a:gd name="T9" fmla="*/ 59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5">
                  <a:moveTo>
                    <a:pt x="0" y="59"/>
                  </a:moveTo>
                  <a:lnTo>
                    <a:pt x="310" y="145"/>
                  </a:lnTo>
                  <a:lnTo>
                    <a:pt x="327" y="86"/>
                  </a:lnTo>
                  <a:lnTo>
                    <a:pt x="19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3" name="任意多边形: 形状 202"/>
            <p:cNvSpPr>
              <a:spLocks/>
            </p:cNvSpPr>
            <p:nvPr/>
          </p:nvSpPr>
          <p:spPr bwMode="auto">
            <a:xfrm>
              <a:off x="3586163" y="5573713"/>
              <a:ext cx="519113" cy="231775"/>
            </a:xfrm>
            <a:custGeom>
              <a:avLst/>
              <a:gdLst>
                <a:gd name="T0" fmla="*/ 0 w 327"/>
                <a:gd name="T1" fmla="*/ 60 h 146"/>
                <a:gd name="T2" fmla="*/ 310 w 327"/>
                <a:gd name="T3" fmla="*/ 146 h 146"/>
                <a:gd name="T4" fmla="*/ 327 w 327"/>
                <a:gd name="T5" fmla="*/ 87 h 146"/>
                <a:gd name="T6" fmla="*/ 19 w 327"/>
                <a:gd name="T7" fmla="*/ 0 h 146"/>
                <a:gd name="T8" fmla="*/ 0 w 327"/>
                <a:gd name="T9" fmla="*/ 6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6">
                  <a:moveTo>
                    <a:pt x="0" y="60"/>
                  </a:moveTo>
                  <a:lnTo>
                    <a:pt x="310" y="146"/>
                  </a:lnTo>
                  <a:lnTo>
                    <a:pt x="327" y="87"/>
                  </a:lnTo>
                  <a:lnTo>
                    <a:pt x="19" y="0"/>
                  </a:lnTo>
                  <a:lnTo>
                    <a:pt x="0" y="60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4" name="任意多边形: 形状 203"/>
            <p:cNvSpPr>
              <a:spLocks/>
            </p:cNvSpPr>
            <p:nvPr/>
          </p:nvSpPr>
          <p:spPr bwMode="auto">
            <a:xfrm>
              <a:off x="3543301" y="5999163"/>
              <a:ext cx="392113" cy="117475"/>
            </a:xfrm>
            <a:custGeom>
              <a:avLst/>
              <a:gdLst>
                <a:gd name="T0" fmla="*/ 134 w 134"/>
                <a:gd name="T1" fmla="*/ 40 h 40"/>
                <a:gd name="T2" fmla="*/ 92 w 134"/>
                <a:gd name="T3" fmla="*/ 27 h 40"/>
                <a:gd name="T4" fmla="*/ 56 w 134"/>
                <a:gd name="T5" fmla="*/ 30 h 40"/>
                <a:gd name="T6" fmla="*/ 29 w 134"/>
                <a:gd name="T7" fmla="*/ 13 h 40"/>
                <a:gd name="T8" fmla="*/ 0 w 134"/>
                <a:gd name="T9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4" h="40">
                  <a:moveTo>
                    <a:pt x="134" y="40"/>
                  </a:moveTo>
                  <a:cubicBezTo>
                    <a:pt x="122" y="30"/>
                    <a:pt x="108" y="25"/>
                    <a:pt x="92" y="27"/>
                  </a:cubicBezTo>
                  <a:cubicBezTo>
                    <a:pt x="80" y="28"/>
                    <a:pt x="68" y="33"/>
                    <a:pt x="56" y="30"/>
                  </a:cubicBezTo>
                  <a:cubicBezTo>
                    <a:pt x="46" y="27"/>
                    <a:pt x="38" y="19"/>
                    <a:pt x="29" y="13"/>
                  </a:cubicBezTo>
                  <a:cubicBezTo>
                    <a:pt x="21" y="6"/>
                    <a:pt x="11" y="0"/>
                    <a:pt x="0" y="2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5" name="任意多边形: 形状 204"/>
            <p:cNvSpPr>
              <a:spLocks/>
            </p:cNvSpPr>
            <p:nvPr/>
          </p:nvSpPr>
          <p:spPr bwMode="auto">
            <a:xfrm>
              <a:off x="3606801" y="6078538"/>
              <a:ext cx="117475" cy="111125"/>
            </a:xfrm>
            <a:custGeom>
              <a:avLst/>
              <a:gdLst>
                <a:gd name="T0" fmla="*/ 3 w 40"/>
                <a:gd name="T1" fmla="*/ 14 h 38"/>
                <a:gd name="T2" fmla="*/ 15 w 40"/>
                <a:gd name="T3" fmla="*/ 36 h 38"/>
                <a:gd name="T4" fmla="*/ 37 w 40"/>
                <a:gd name="T5" fmla="*/ 24 h 38"/>
                <a:gd name="T6" fmla="*/ 25 w 40"/>
                <a:gd name="T7" fmla="*/ 2 h 38"/>
                <a:gd name="T8" fmla="*/ 3 w 40"/>
                <a:gd name="T9" fmla="*/ 1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38">
                  <a:moveTo>
                    <a:pt x="3" y="14"/>
                  </a:moveTo>
                  <a:cubicBezTo>
                    <a:pt x="0" y="23"/>
                    <a:pt x="6" y="33"/>
                    <a:pt x="15" y="36"/>
                  </a:cubicBezTo>
                  <a:cubicBezTo>
                    <a:pt x="24" y="38"/>
                    <a:pt x="34" y="33"/>
                    <a:pt x="37" y="24"/>
                  </a:cubicBezTo>
                  <a:cubicBezTo>
                    <a:pt x="40" y="14"/>
                    <a:pt x="34" y="5"/>
                    <a:pt x="25" y="2"/>
                  </a:cubicBezTo>
                  <a:cubicBezTo>
                    <a:pt x="15" y="0"/>
                    <a:pt x="6" y="5"/>
                    <a:pt x="3" y="14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6" name="任意多边形: 形状 205"/>
            <p:cNvSpPr>
              <a:spLocks/>
            </p:cNvSpPr>
            <p:nvPr/>
          </p:nvSpPr>
          <p:spPr bwMode="auto">
            <a:xfrm>
              <a:off x="3525838" y="6283325"/>
              <a:ext cx="90488" cy="90488"/>
            </a:xfrm>
            <a:custGeom>
              <a:avLst/>
              <a:gdLst>
                <a:gd name="T0" fmla="*/ 2 w 31"/>
                <a:gd name="T1" fmla="*/ 11 h 31"/>
                <a:gd name="T2" fmla="*/ 12 w 31"/>
                <a:gd name="T3" fmla="*/ 29 h 31"/>
                <a:gd name="T4" fmla="*/ 29 w 31"/>
                <a:gd name="T5" fmla="*/ 19 h 31"/>
                <a:gd name="T6" fmla="*/ 19 w 31"/>
                <a:gd name="T7" fmla="*/ 2 h 31"/>
                <a:gd name="T8" fmla="*/ 2 w 31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1">
                  <a:moveTo>
                    <a:pt x="2" y="11"/>
                  </a:moveTo>
                  <a:cubicBezTo>
                    <a:pt x="0" y="19"/>
                    <a:pt x="4" y="27"/>
                    <a:pt x="12" y="29"/>
                  </a:cubicBezTo>
                  <a:cubicBezTo>
                    <a:pt x="19" y="31"/>
                    <a:pt x="27" y="27"/>
                    <a:pt x="29" y="19"/>
                  </a:cubicBezTo>
                  <a:cubicBezTo>
                    <a:pt x="31" y="12"/>
                    <a:pt x="27" y="4"/>
                    <a:pt x="19" y="2"/>
                  </a:cubicBezTo>
                  <a:cubicBezTo>
                    <a:pt x="12" y="0"/>
                    <a:pt x="4" y="4"/>
                    <a:pt x="2" y="11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7" name="任意多边形: 形状 206"/>
            <p:cNvSpPr>
              <a:spLocks/>
            </p:cNvSpPr>
            <p:nvPr/>
          </p:nvSpPr>
          <p:spPr bwMode="auto">
            <a:xfrm>
              <a:off x="3716338" y="6242050"/>
              <a:ext cx="163513" cy="165100"/>
            </a:xfrm>
            <a:custGeom>
              <a:avLst/>
              <a:gdLst>
                <a:gd name="T0" fmla="*/ 3 w 56"/>
                <a:gd name="T1" fmla="*/ 21 h 56"/>
                <a:gd name="T2" fmla="*/ 21 w 56"/>
                <a:gd name="T3" fmla="*/ 53 h 56"/>
                <a:gd name="T4" fmla="*/ 53 w 56"/>
                <a:gd name="T5" fmla="*/ 35 h 56"/>
                <a:gd name="T6" fmla="*/ 35 w 56"/>
                <a:gd name="T7" fmla="*/ 4 h 56"/>
                <a:gd name="T8" fmla="*/ 3 w 56"/>
                <a:gd name="T9" fmla="*/ 21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56">
                  <a:moveTo>
                    <a:pt x="3" y="21"/>
                  </a:moveTo>
                  <a:cubicBezTo>
                    <a:pt x="0" y="35"/>
                    <a:pt x="7" y="49"/>
                    <a:pt x="21" y="53"/>
                  </a:cubicBezTo>
                  <a:cubicBezTo>
                    <a:pt x="35" y="56"/>
                    <a:pt x="49" y="49"/>
                    <a:pt x="53" y="35"/>
                  </a:cubicBezTo>
                  <a:cubicBezTo>
                    <a:pt x="56" y="22"/>
                    <a:pt x="49" y="8"/>
                    <a:pt x="35" y="4"/>
                  </a:cubicBezTo>
                  <a:cubicBezTo>
                    <a:pt x="21" y="0"/>
                    <a:pt x="7" y="8"/>
                    <a:pt x="3" y="21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8" name="任意多边形: 形状 207"/>
            <p:cNvSpPr>
              <a:spLocks/>
            </p:cNvSpPr>
            <p:nvPr/>
          </p:nvSpPr>
          <p:spPr bwMode="auto">
            <a:xfrm>
              <a:off x="3609976" y="5756275"/>
              <a:ext cx="117475" cy="31750"/>
            </a:xfrm>
            <a:custGeom>
              <a:avLst/>
              <a:gdLst>
                <a:gd name="T0" fmla="*/ 0 w 74"/>
                <a:gd name="T1" fmla="*/ 0 h 20"/>
                <a:gd name="T2" fmla="*/ 74 w 74"/>
                <a:gd name="T3" fmla="*/ 20 h 20"/>
                <a:gd name="T4" fmla="*/ 0 w 74"/>
                <a:gd name="T5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" h="20">
                  <a:moveTo>
                    <a:pt x="0" y="0"/>
                  </a:moveTo>
                  <a:lnTo>
                    <a:pt x="74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9" name="直接连接符 208"/>
            <p:cNvSpPr>
              <a:spLocks noChangeShapeType="1"/>
            </p:cNvSpPr>
            <p:nvPr/>
          </p:nvSpPr>
          <p:spPr bwMode="auto">
            <a:xfrm>
              <a:off x="3609976" y="5756275"/>
              <a:ext cx="117475" cy="317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0" name="任意多边形: 形状 209"/>
            <p:cNvSpPr>
              <a:spLocks/>
            </p:cNvSpPr>
            <p:nvPr/>
          </p:nvSpPr>
          <p:spPr bwMode="auto">
            <a:xfrm>
              <a:off x="3586163" y="5835650"/>
              <a:ext cx="76200" cy="20638"/>
            </a:xfrm>
            <a:custGeom>
              <a:avLst/>
              <a:gdLst>
                <a:gd name="T0" fmla="*/ 0 w 48"/>
                <a:gd name="T1" fmla="*/ 0 h 13"/>
                <a:gd name="T2" fmla="*/ 48 w 48"/>
                <a:gd name="T3" fmla="*/ 13 h 13"/>
                <a:gd name="T4" fmla="*/ 0 w 48"/>
                <a:gd name="T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13">
                  <a:moveTo>
                    <a:pt x="0" y="0"/>
                  </a:moveTo>
                  <a:lnTo>
                    <a:pt x="48" y="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1" name="直接连接符 210"/>
            <p:cNvSpPr>
              <a:spLocks noChangeShapeType="1"/>
            </p:cNvSpPr>
            <p:nvPr/>
          </p:nvSpPr>
          <p:spPr bwMode="auto">
            <a:xfrm>
              <a:off x="3586163" y="5835650"/>
              <a:ext cx="76200" cy="20638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2" name="任意多边形: 形状 211"/>
            <p:cNvSpPr>
              <a:spLocks/>
            </p:cNvSpPr>
            <p:nvPr/>
          </p:nvSpPr>
          <p:spPr bwMode="auto">
            <a:xfrm>
              <a:off x="3563938" y="5915025"/>
              <a:ext cx="117475" cy="31750"/>
            </a:xfrm>
            <a:custGeom>
              <a:avLst/>
              <a:gdLst>
                <a:gd name="T0" fmla="*/ 0 w 74"/>
                <a:gd name="T1" fmla="*/ 0 h 20"/>
                <a:gd name="T2" fmla="*/ 74 w 74"/>
                <a:gd name="T3" fmla="*/ 20 h 20"/>
                <a:gd name="T4" fmla="*/ 0 w 74"/>
                <a:gd name="T5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" h="20">
                  <a:moveTo>
                    <a:pt x="0" y="0"/>
                  </a:moveTo>
                  <a:lnTo>
                    <a:pt x="74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3" name="直接连接符 212"/>
            <p:cNvSpPr>
              <a:spLocks noChangeShapeType="1"/>
            </p:cNvSpPr>
            <p:nvPr/>
          </p:nvSpPr>
          <p:spPr bwMode="auto">
            <a:xfrm>
              <a:off x="3563938" y="5915025"/>
              <a:ext cx="117475" cy="317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4" name="任意多边形: 形状 213"/>
            <p:cNvSpPr>
              <a:spLocks/>
            </p:cNvSpPr>
            <p:nvPr/>
          </p:nvSpPr>
          <p:spPr bwMode="auto">
            <a:xfrm>
              <a:off x="10617201" y="5029200"/>
              <a:ext cx="647700" cy="377825"/>
            </a:xfrm>
            <a:custGeom>
              <a:avLst/>
              <a:gdLst>
                <a:gd name="T0" fmla="*/ 33 w 408"/>
                <a:gd name="T1" fmla="*/ 238 h 238"/>
                <a:gd name="T2" fmla="*/ 408 w 408"/>
                <a:gd name="T3" fmla="*/ 72 h 238"/>
                <a:gd name="T4" fmla="*/ 377 w 408"/>
                <a:gd name="T5" fmla="*/ 0 h 238"/>
                <a:gd name="T6" fmla="*/ 0 w 408"/>
                <a:gd name="T7" fmla="*/ 166 h 238"/>
                <a:gd name="T8" fmla="*/ 33 w 408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8" h="238">
                  <a:moveTo>
                    <a:pt x="33" y="238"/>
                  </a:moveTo>
                  <a:lnTo>
                    <a:pt x="408" y="72"/>
                  </a:lnTo>
                  <a:lnTo>
                    <a:pt x="377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5" name="任意多边形: 形状 214"/>
            <p:cNvSpPr>
              <a:spLocks/>
            </p:cNvSpPr>
            <p:nvPr/>
          </p:nvSpPr>
          <p:spPr bwMode="auto">
            <a:xfrm>
              <a:off x="10723563" y="5167313"/>
              <a:ext cx="890588" cy="1157288"/>
            </a:xfrm>
            <a:custGeom>
              <a:avLst/>
              <a:gdLst>
                <a:gd name="T0" fmla="*/ 237 w 304"/>
                <a:gd name="T1" fmla="*/ 374 h 395"/>
                <a:gd name="T2" fmla="*/ 237 w 304"/>
                <a:gd name="T3" fmla="*/ 374 h 395"/>
                <a:gd name="T4" fmla="*/ 283 w 304"/>
                <a:gd name="T5" fmla="*/ 254 h 395"/>
                <a:gd name="T6" fmla="*/ 167 w 304"/>
                <a:gd name="T7" fmla="*/ 0 h 395"/>
                <a:gd name="T8" fmla="*/ 0 w 304"/>
                <a:gd name="T9" fmla="*/ 74 h 395"/>
                <a:gd name="T10" fmla="*/ 115 w 304"/>
                <a:gd name="T11" fmla="*/ 329 h 395"/>
                <a:gd name="T12" fmla="*/ 237 w 304"/>
                <a:gd name="T13" fmla="*/ 3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4" h="395">
                  <a:moveTo>
                    <a:pt x="237" y="374"/>
                  </a:moveTo>
                  <a:cubicBezTo>
                    <a:pt x="237" y="374"/>
                    <a:pt x="237" y="374"/>
                    <a:pt x="237" y="374"/>
                  </a:cubicBezTo>
                  <a:cubicBezTo>
                    <a:pt x="283" y="354"/>
                    <a:pt x="304" y="300"/>
                    <a:pt x="283" y="254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115" y="329"/>
                    <a:pt x="115" y="329"/>
                    <a:pt x="115" y="329"/>
                  </a:cubicBezTo>
                  <a:cubicBezTo>
                    <a:pt x="136" y="374"/>
                    <a:pt x="190" y="395"/>
                    <a:pt x="237" y="3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6" name="任意多边形: 形状 215"/>
            <p:cNvSpPr>
              <a:spLocks/>
            </p:cNvSpPr>
            <p:nvPr/>
          </p:nvSpPr>
          <p:spPr bwMode="auto">
            <a:xfrm>
              <a:off x="10728326" y="5202238"/>
              <a:ext cx="577850" cy="571500"/>
            </a:xfrm>
            <a:custGeom>
              <a:avLst/>
              <a:gdLst>
                <a:gd name="T0" fmla="*/ 197 w 197"/>
                <a:gd name="T1" fmla="*/ 128 h 195"/>
                <a:gd name="T2" fmla="*/ 171 w 197"/>
                <a:gd name="T3" fmla="*/ 145 h 195"/>
                <a:gd name="T4" fmla="*/ 139 w 197"/>
                <a:gd name="T5" fmla="*/ 177 h 195"/>
                <a:gd name="T6" fmla="*/ 98 w 197"/>
                <a:gd name="T7" fmla="*/ 182 h 195"/>
                <a:gd name="T8" fmla="*/ 60 w 197"/>
                <a:gd name="T9" fmla="*/ 195 h 195"/>
                <a:gd name="T10" fmla="*/ 0 w 197"/>
                <a:gd name="T11" fmla="*/ 61 h 195"/>
                <a:gd name="T12" fmla="*/ 139 w 197"/>
                <a:gd name="T13" fmla="*/ 0 h 195"/>
                <a:gd name="T14" fmla="*/ 194 w 197"/>
                <a:gd name="T15" fmla="*/ 12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7" h="195">
                  <a:moveTo>
                    <a:pt x="197" y="128"/>
                  </a:moveTo>
                  <a:cubicBezTo>
                    <a:pt x="188" y="131"/>
                    <a:pt x="179" y="137"/>
                    <a:pt x="171" y="145"/>
                  </a:cubicBezTo>
                  <a:cubicBezTo>
                    <a:pt x="161" y="156"/>
                    <a:pt x="153" y="170"/>
                    <a:pt x="139" y="177"/>
                  </a:cubicBezTo>
                  <a:cubicBezTo>
                    <a:pt x="126" y="183"/>
                    <a:pt x="112" y="181"/>
                    <a:pt x="98" y="182"/>
                  </a:cubicBezTo>
                  <a:cubicBezTo>
                    <a:pt x="84" y="182"/>
                    <a:pt x="69" y="184"/>
                    <a:pt x="60" y="195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94" y="121"/>
                    <a:pt x="194" y="121"/>
                    <a:pt x="194" y="121"/>
                  </a:cubicBezTo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7" name="任意多边形: 形状 216"/>
            <p:cNvSpPr>
              <a:spLocks/>
            </p:cNvSpPr>
            <p:nvPr/>
          </p:nvSpPr>
          <p:spPr bwMode="auto">
            <a:xfrm>
              <a:off x="10998201" y="5732463"/>
              <a:ext cx="149225" cy="146050"/>
            </a:xfrm>
            <a:custGeom>
              <a:avLst/>
              <a:gdLst>
                <a:gd name="T0" fmla="*/ 5 w 51"/>
                <a:gd name="T1" fmla="*/ 34 h 50"/>
                <a:gd name="T2" fmla="*/ 34 w 51"/>
                <a:gd name="T3" fmla="*/ 45 h 50"/>
                <a:gd name="T4" fmla="*/ 46 w 51"/>
                <a:gd name="T5" fmla="*/ 16 h 50"/>
                <a:gd name="T6" fmla="*/ 16 w 51"/>
                <a:gd name="T7" fmla="*/ 5 h 50"/>
                <a:gd name="T8" fmla="*/ 5 w 51"/>
                <a:gd name="T9" fmla="*/ 3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0">
                  <a:moveTo>
                    <a:pt x="5" y="34"/>
                  </a:moveTo>
                  <a:cubicBezTo>
                    <a:pt x="10" y="45"/>
                    <a:pt x="23" y="50"/>
                    <a:pt x="34" y="45"/>
                  </a:cubicBezTo>
                  <a:cubicBezTo>
                    <a:pt x="46" y="40"/>
                    <a:pt x="51" y="27"/>
                    <a:pt x="46" y="16"/>
                  </a:cubicBezTo>
                  <a:cubicBezTo>
                    <a:pt x="41" y="5"/>
                    <a:pt x="27" y="0"/>
                    <a:pt x="16" y="5"/>
                  </a:cubicBezTo>
                  <a:cubicBezTo>
                    <a:pt x="5" y="10"/>
                    <a:pt x="0" y="23"/>
                    <a:pt x="5" y="34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8" name="任意多边形: 形状 217"/>
            <p:cNvSpPr>
              <a:spLocks/>
            </p:cNvSpPr>
            <p:nvPr/>
          </p:nvSpPr>
          <p:spPr bwMode="auto">
            <a:xfrm>
              <a:off x="11080751" y="6013450"/>
              <a:ext cx="122238" cy="120650"/>
            </a:xfrm>
            <a:custGeom>
              <a:avLst/>
              <a:gdLst>
                <a:gd name="T0" fmla="*/ 4 w 42"/>
                <a:gd name="T1" fmla="*/ 28 h 41"/>
                <a:gd name="T2" fmla="*/ 28 w 42"/>
                <a:gd name="T3" fmla="*/ 37 h 41"/>
                <a:gd name="T4" fmla="*/ 37 w 42"/>
                <a:gd name="T5" fmla="*/ 13 h 41"/>
                <a:gd name="T6" fmla="*/ 13 w 42"/>
                <a:gd name="T7" fmla="*/ 4 h 41"/>
                <a:gd name="T8" fmla="*/ 4 w 42"/>
                <a:gd name="T9" fmla="*/ 2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41">
                  <a:moveTo>
                    <a:pt x="4" y="28"/>
                  </a:moveTo>
                  <a:cubicBezTo>
                    <a:pt x="8" y="37"/>
                    <a:pt x="19" y="41"/>
                    <a:pt x="28" y="37"/>
                  </a:cubicBezTo>
                  <a:cubicBezTo>
                    <a:pt x="37" y="33"/>
                    <a:pt x="42" y="22"/>
                    <a:pt x="37" y="13"/>
                  </a:cubicBezTo>
                  <a:cubicBezTo>
                    <a:pt x="33" y="4"/>
                    <a:pt x="23" y="0"/>
                    <a:pt x="13" y="4"/>
                  </a:cubicBezTo>
                  <a:cubicBezTo>
                    <a:pt x="4" y="8"/>
                    <a:pt x="0" y="19"/>
                    <a:pt x="4" y="28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9" name="任意多边形: 形状 218"/>
            <p:cNvSpPr>
              <a:spLocks/>
            </p:cNvSpPr>
            <p:nvPr/>
          </p:nvSpPr>
          <p:spPr bwMode="auto">
            <a:xfrm>
              <a:off x="11253788" y="5780088"/>
              <a:ext cx="215900" cy="215900"/>
            </a:xfrm>
            <a:custGeom>
              <a:avLst/>
              <a:gdLst>
                <a:gd name="T0" fmla="*/ 7 w 74"/>
                <a:gd name="T1" fmla="*/ 50 h 74"/>
                <a:gd name="T2" fmla="*/ 51 w 74"/>
                <a:gd name="T3" fmla="*/ 66 h 74"/>
                <a:gd name="T4" fmla="*/ 67 w 74"/>
                <a:gd name="T5" fmla="*/ 24 h 74"/>
                <a:gd name="T6" fmla="*/ 24 w 74"/>
                <a:gd name="T7" fmla="*/ 7 h 74"/>
                <a:gd name="T8" fmla="*/ 7 w 74"/>
                <a:gd name="T9" fmla="*/ 5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74">
                  <a:moveTo>
                    <a:pt x="7" y="50"/>
                  </a:moveTo>
                  <a:cubicBezTo>
                    <a:pt x="15" y="66"/>
                    <a:pt x="34" y="74"/>
                    <a:pt x="51" y="66"/>
                  </a:cubicBezTo>
                  <a:cubicBezTo>
                    <a:pt x="67" y="59"/>
                    <a:pt x="74" y="40"/>
                    <a:pt x="67" y="24"/>
                  </a:cubicBezTo>
                  <a:cubicBezTo>
                    <a:pt x="60" y="7"/>
                    <a:pt x="40" y="0"/>
                    <a:pt x="24" y="7"/>
                  </a:cubicBezTo>
                  <a:cubicBezTo>
                    <a:pt x="7" y="15"/>
                    <a:pt x="0" y="34"/>
                    <a:pt x="7" y="50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0" name="任意多边形: 形状 219"/>
            <p:cNvSpPr>
              <a:spLocks/>
            </p:cNvSpPr>
            <p:nvPr/>
          </p:nvSpPr>
          <p:spPr bwMode="auto">
            <a:xfrm>
              <a:off x="10723563" y="5167313"/>
              <a:ext cx="890588" cy="1157288"/>
            </a:xfrm>
            <a:custGeom>
              <a:avLst/>
              <a:gdLst>
                <a:gd name="T0" fmla="*/ 237 w 304"/>
                <a:gd name="T1" fmla="*/ 374 h 395"/>
                <a:gd name="T2" fmla="*/ 237 w 304"/>
                <a:gd name="T3" fmla="*/ 374 h 395"/>
                <a:gd name="T4" fmla="*/ 283 w 304"/>
                <a:gd name="T5" fmla="*/ 254 h 395"/>
                <a:gd name="T6" fmla="*/ 167 w 304"/>
                <a:gd name="T7" fmla="*/ 0 h 395"/>
                <a:gd name="T8" fmla="*/ 0 w 304"/>
                <a:gd name="T9" fmla="*/ 74 h 395"/>
                <a:gd name="T10" fmla="*/ 115 w 304"/>
                <a:gd name="T11" fmla="*/ 329 h 395"/>
                <a:gd name="T12" fmla="*/ 237 w 304"/>
                <a:gd name="T13" fmla="*/ 3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4" h="395">
                  <a:moveTo>
                    <a:pt x="237" y="374"/>
                  </a:moveTo>
                  <a:cubicBezTo>
                    <a:pt x="237" y="374"/>
                    <a:pt x="237" y="374"/>
                    <a:pt x="237" y="374"/>
                  </a:cubicBezTo>
                  <a:cubicBezTo>
                    <a:pt x="283" y="354"/>
                    <a:pt x="304" y="300"/>
                    <a:pt x="283" y="254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115" y="329"/>
                    <a:pt x="115" y="329"/>
                    <a:pt x="115" y="329"/>
                  </a:cubicBezTo>
                  <a:cubicBezTo>
                    <a:pt x="136" y="374"/>
                    <a:pt x="190" y="395"/>
                    <a:pt x="237" y="374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1" name="任意多边形: 形状 220"/>
            <p:cNvSpPr>
              <a:spLocks/>
            </p:cNvSpPr>
            <p:nvPr/>
          </p:nvSpPr>
          <p:spPr bwMode="auto">
            <a:xfrm>
              <a:off x="10547351" y="5018088"/>
              <a:ext cx="649288" cy="377825"/>
            </a:xfrm>
            <a:custGeom>
              <a:avLst/>
              <a:gdLst>
                <a:gd name="T0" fmla="*/ 33 w 409"/>
                <a:gd name="T1" fmla="*/ 238 h 238"/>
                <a:gd name="T2" fmla="*/ 409 w 409"/>
                <a:gd name="T3" fmla="*/ 72 h 238"/>
                <a:gd name="T4" fmla="*/ 376 w 409"/>
                <a:gd name="T5" fmla="*/ 0 h 238"/>
                <a:gd name="T6" fmla="*/ 0 w 409"/>
                <a:gd name="T7" fmla="*/ 166 h 238"/>
                <a:gd name="T8" fmla="*/ 33 w 409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9" h="238">
                  <a:moveTo>
                    <a:pt x="33" y="238"/>
                  </a:moveTo>
                  <a:lnTo>
                    <a:pt x="409" y="72"/>
                  </a:lnTo>
                  <a:lnTo>
                    <a:pt x="376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2" name="任意多边形: 形状 221"/>
            <p:cNvSpPr>
              <a:spLocks/>
            </p:cNvSpPr>
            <p:nvPr/>
          </p:nvSpPr>
          <p:spPr bwMode="auto">
            <a:xfrm>
              <a:off x="10617201" y="5029200"/>
              <a:ext cx="647700" cy="377825"/>
            </a:xfrm>
            <a:custGeom>
              <a:avLst/>
              <a:gdLst>
                <a:gd name="T0" fmla="*/ 33 w 408"/>
                <a:gd name="T1" fmla="*/ 238 h 238"/>
                <a:gd name="T2" fmla="*/ 408 w 408"/>
                <a:gd name="T3" fmla="*/ 72 h 238"/>
                <a:gd name="T4" fmla="*/ 377 w 408"/>
                <a:gd name="T5" fmla="*/ 0 h 238"/>
                <a:gd name="T6" fmla="*/ 0 w 408"/>
                <a:gd name="T7" fmla="*/ 166 h 238"/>
                <a:gd name="T8" fmla="*/ 33 w 408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8" h="238">
                  <a:moveTo>
                    <a:pt x="33" y="238"/>
                  </a:moveTo>
                  <a:lnTo>
                    <a:pt x="408" y="72"/>
                  </a:lnTo>
                  <a:lnTo>
                    <a:pt x="377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3" name="任意多边形: 形状 222"/>
            <p:cNvSpPr>
              <a:spLocks/>
            </p:cNvSpPr>
            <p:nvPr/>
          </p:nvSpPr>
          <p:spPr bwMode="auto">
            <a:xfrm>
              <a:off x="10904538" y="5562600"/>
              <a:ext cx="481013" cy="211138"/>
            </a:xfrm>
            <a:custGeom>
              <a:avLst/>
              <a:gdLst>
                <a:gd name="T0" fmla="*/ 164 w 164"/>
                <a:gd name="T1" fmla="*/ 0 h 72"/>
                <a:gd name="T2" fmla="*/ 111 w 164"/>
                <a:gd name="T3" fmla="*/ 22 h 72"/>
                <a:gd name="T4" fmla="*/ 79 w 164"/>
                <a:gd name="T5" fmla="*/ 54 h 72"/>
                <a:gd name="T6" fmla="*/ 38 w 164"/>
                <a:gd name="T7" fmla="*/ 59 h 72"/>
                <a:gd name="T8" fmla="*/ 0 w 164"/>
                <a:gd name="T9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4" h="72">
                  <a:moveTo>
                    <a:pt x="164" y="0"/>
                  </a:moveTo>
                  <a:cubicBezTo>
                    <a:pt x="143" y="0"/>
                    <a:pt x="126" y="7"/>
                    <a:pt x="111" y="22"/>
                  </a:cubicBezTo>
                  <a:cubicBezTo>
                    <a:pt x="101" y="33"/>
                    <a:pt x="93" y="47"/>
                    <a:pt x="79" y="54"/>
                  </a:cubicBezTo>
                  <a:cubicBezTo>
                    <a:pt x="66" y="60"/>
                    <a:pt x="52" y="58"/>
                    <a:pt x="38" y="59"/>
                  </a:cubicBezTo>
                  <a:cubicBezTo>
                    <a:pt x="24" y="59"/>
                    <a:pt x="9" y="61"/>
                    <a:pt x="0" y="72"/>
                  </a:cubicBezTo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4" name="任意多边形: 形状 223"/>
            <p:cNvSpPr>
              <a:spLocks/>
            </p:cNvSpPr>
            <p:nvPr/>
          </p:nvSpPr>
          <p:spPr bwMode="auto">
            <a:xfrm>
              <a:off x="11060113" y="5726113"/>
              <a:ext cx="149225" cy="147638"/>
            </a:xfrm>
            <a:custGeom>
              <a:avLst/>
              <a:gdLst>
                <a:gd name="T0" fmla="*/ 5 w 51"/>
                <a:gd name="T1" fmla="*/ 34 h 50"/>
                <a:gd name="T2" fmla="*/ 34 w 51"/>
                <a:gd name="T3" fmla="*/ 45 h 50"/>
                <a:gd name="T4" fmla="*/ 46 w 51"/>
                <a:gd name="T5" fmla="*/ 16 h 50"/>
                <a:gd name="T6" fmla="*/ 16 w 51"/>
                <a:gd name="T7" fmla="*/ 5 h 50"/>
                <a:gd name="T8" fmla="*/ 5 w 51"/>
                <a:gd name="T9" fmla="*/ 3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0">
                  <a:moveTo>
                    <a:pt x="5" y="34"/>
                  </a:moveTo>
                  <a:cubicBezTo>
                    <a:pt x="10" y="45"/>
                    <a:pt x="23" y="50"/>
                    <a:pt x="34" y="45"/>
                  </a:cubicBezTo>
                  <a:cubicBezTo>
                    <a:pt x="46" y="40"/>
                    <a:pt x="51" y="27"/>
                    <a:pt x="46" y="16"/>
                  </a:cubicBezTo>
                  <a:cubicBezTo>
                    <a:pt x="41" y="5"/>
                    <a:pt x="27" y="0"/>
                    <a:pt x="16" y="5"/>
                  </a:cubicBezTo>
                  <a:cubicBezTo>
                    <a:pt x="5" y="10"/>
                    <a:pt x="0" y="23"/>
                    <a:pt x="5" y="34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5" name="任意多边形: 形状 224"/>
            <p:cNvSpPr>
              <a:spLocks/>
            </p:cNvSpPr>
            <p:nvPr/>
          </p:nvSpPr>
          <p:spPr bwMode="auto">
            <a:xfrm>
              <a:off x="11141076" y="6008688"/>
              <a:ext cx="120650" cy="119063"/>
            </a:xfrm>
            <a:custGeom>
              <a:avLst/>
              <a:gdLst>
                <a:gd name="T0" fmla="*/ 4 w 41"/>
                <a:gd name="T1" fmla="*/ 28 h 41"/>
                <a:gd name="T2" fmla="*/ 28 w 41"/>
                <a:gd name="T3" fmla="*/ 37 h 41"/>
                <a:gd name="T4" fmla="*/ 37 w 41"/>
                <a:gd name="T5" fmla="*/ 13 h 41"/>
                <a:gd name="T6" fmla="*/ 13 w 41"/>
                <a:gd name="T7" fmla="*/ 4 h 41"/>
                <a:gd name="T8" fmla="*/ 4 w 41"/>
                <a:gd name="T9" fmla="*/ 2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1">
                  <a:moveTo>
                    <a:pt x="4" y="28"/>
                  </a:moveTo>
                  <a:cubicBezTo>
                    <a:pt x="8" y="37"/>
                    <a:pt x="19" y="41"/>
                    <a:pt x="28" y="37"/>
                  </a:cubicBezTo>
                  <a:cubicBezTo>
                    <a:pt x="37" y="33"/>
                    <a:pt x="41" y="22"/>
                    <a:pt x="37" y="13"/>
                  </a:cubicBezTo>
                  <a:cubicBezTo>
                    <a:pt x="33" y="4"/>
                    <a:pt x="23" y="0"/>
                    <a:pt x="13" y="4"/>
                  </a:cubicBezTo>
                  <a:cubicBezTo>
                    <a:pt x="4" y="8"/>
                    <a:pt x="0" y="19"/>
                    <a:pt x="4" y="28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6" name="任意多边形: 形状 225"/>
            <p:cNvSpPr>
              <a:spLocks/>
            </p:cNvSpPr>
            <p:nvPr/>
          </p:nvSpPr>
          <p:spPr bwMode="auto">
            <a:xfrm>
              <a:off x="11314113" y="5773738"/>
              <a:ext cx="217488" cy="217488"/>
            </a:xfrm>
            <a:custGeom>
              <a:avLst/>
              <a:gdLst>
                <a:gd name="T0" fmla="*/ 7 w 74"/>
                <a:gd name="T1" fmla="*/ 50 h 74"/>
                <a:gd name="T2" fmla="*/ 50 w 74"/>
                <a:gd name="T3" fmla="*/ 66 h 74"/>
                <a:gd name="T4" fmla="*/ 67 w 74"/>
                <a:gd name="T5" fmla="*/ 23 h 74"/>
                <a:gd name="T6" fmla="*/ 24 w 74"/>
                <a:gd name="T7" fmla="*/ 7 h 74"/>
                <a:gd name="T8" fmla="*/ 7 w 74"/>
                <a:gd name="T9" fmla="*/ 5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74">
                  <a:moveTo>
                    <a:pt x="7" y="50"/>
                  </a:moveTo>
                  <a:cubicBezTo>
                    <a:pt x="15" y="66"/>
                    <a:pt x="34" y="74"/>
                    <a:pt x="50" y="66"/>
                  </a:cubicBezTo>
                  <a:cubicBezTo>
                    <a:pt x="67" y="59"/>
                    <a:pt x="74" y="40"/>
                    <a:pt x="67" y="23"/>
                  </a:cubicBezTo>
                  <a:cubicBezTo>
                    <a:pt x="59" y="7"/>
                    <a:pt x="40" y="0"/>
                    <a:pt x="24" y="7"/>
                  </a:cubicBezTo>
                  <a:cubicBezTo>
                    <a:pt x="7" y="15"/>
                    <a:pt x="0" y="34"/>
                    <a:pt x="7" y="50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7" name="任意多边形: 形状 226"/>
            <p:cNvSpPr>
              <a:spLocks/>
            </p:cNvSpPr>
            <p:nvPr/>
          </p:nvSpPr>
          <p:spPr bwMode="auto">
            <a:xfrm>
              <a:off x="10763251" y="5413375"/>
              <a:ext cx="141288" cy="61913"/>
            </a:xfrm>
            <a:custGeom>
              <a:avLst/>
              <a:gdLst>
                <a:gd name="T0" fmla="*/ 0 w 89"/>
                <a:gd name="T1" fmla="*/ 39 h 39"/>
                <a:gd name="T2" fmla="*/ 89 w 89"/>
                <a:gd name="T3" fmla="*/ 0 h 39"/>
                <a:gd name="T4" fmla="*/ 0 w 89"/>
                <a:gd name="T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9" h="39">
                  <a:moveTo>
                    <a:pt x="0" y="39"/>
                  </a:moveTo>
                  <a:lnTo>
                    <a:pt x="89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8" name="直接连接符 227"/>
            <p:cNvSpPr>
              <a:spLocks noChangeShapeType="1"/>
            </p:cNvSpPr>
            <p:nvPr/>
          </p:nvSpPr>
          <p:spPr bwMode="auto">
            <a:xfrm flipV="1">
              <a:off x="10763251" y="5413375"/>
              <a:ext cx="141288" cy="61913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9" name="任意多边形: 形状 228"/>
            <p:cNvSpPr>
              <a:spLocks/>
            </p:cNvSpPr>
            <p:nvPr/>
          </p:nvSpPr>
          <p:spPr bwMode="auto">
            <a:xfrm>
              <a:off x="10804526" y="5530850"/>
              <a:ext cx="93663" cy="41275"/>
            </a:xfrm>
            <a:custGeom>
              <a:avLst/>
              <a:gdLst>
                <a:gd name="T0" fmla="*/ 0 w 59"/>
                <a:gd name="T1" fmla="*/ 26 h 26"/>
                <a:gd name="T2" fmla="*/ 59 w 59"/>
                <a:gd name="T3" fmla="*/ 0 h 26"/>
                <a:gd name="T4" fmla="*/ 0 w 59"/>
                <a:gd name="T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" h="26">
                  <a:moveTo>
                    <a:pt x="0" y="26"/>
                  </a:moveTo>
                  <a:lnTo>
                    <a:pt x="59" y="0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0" name="直接连接符 229"/>
            <p:cNvSpPr>
              <a:spLocks noChangeShapeType="1"/>
            </p:cNvSpPr>
            <p:nvPr/>
          </p:nvSpPr>
          <p:spPr bwMode="auto">
            <a:xfrm flipV="1">
              <a:off x="10804526" y="5530850"/>
              <a:ext cx="93663" cy="41275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1" name="任意多边形: 形状 230"/>
            <p:cNvSpPr>
              <a:spLocks/>
            </p:cNvSpPr>
            <p:nvPr/>
          </p:nvSpPr>
          <p:spPr bwMode="auto">
            <a:xfrm>
              <a:off x="10848976" y="5603875"/>
              <a:ext cx="142875" cy="61913"/>
            </a:xfrm>
            <a:custGeom>
              <a:avLst/>
              <a:gdLst>
                <a:gd name="T0" fmla="*/ 0 w 90"/>
                <a:gd name="T1" fmla="*/ 39 h 39"/>
                <a:gd name="T2" fmla="*/ 90 w 90"/>
                <a:gd name="T3" fmla="*/ 0 h 39"/>
                <a:gd name="T4" fmla="*/ 0 w 90"/>
                <a:gd name="T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" h="39">
                  <a:moveTo>
                    <a:pt x="0" y="39"/>
                  </a:moveTo>
                  <a:lnTo>
                    <a:pt x="90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2" name="直接连接符 231"/>
            <p:cNvSpPr>
              <a:spLocks noChangeShapeType="1"/>
            </p:cNvSpPr>
            <p:nvPr/>
          </p:nvSpPr>
          <p:spPr bwMode="auto">
            <a:xfrm flipV="1">
              <a:off x="10848976" y="5603875"/>
              <a:ext cx="142875" cy="61913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3" name="任意多边形: 形状 232"/>
            <p:cNvSpPr>
              <a:spLocks/>
            </p:cNvSpPr>
            <p:nvPr/>
          </p:nvSpPr>
          <p:spPr bwMode="auto">
            <a:xfrm>
              <a:off x="1336676" y="3698875"/>
              <a:ext cx="568325" cy="585788"/>
            </a:xfrm>
            <a:custGeom>
              <a:avLst/>
              <a:gdLst>
                <a:gd name="T0" fmla="*/ 358 w 358"/>
                <a:gd name="T1" fmla="*/ 293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3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4" name="任意多边形: 形状 233"/>
            <p:cNvSpPr>
              <a:spLocks/>
            </p:cNvSpPr>
            <p:nvPr/>
          </p:nvSpPr>
          <p:spPr bwMode="auto">
            <a:xfrm>
              <a:off x="1190626" y="3543300"/>
              <a:ext cx="307975" cy="298450"/>
            </a:xfrm>
            <a:custGeom>
              <a:avLst/>
              <a:gdLst>
                <a:gd name="T0" fmla="*/ 194 w 194"/>
                <a:gd name="T1" fmla="*/ 83 h 188"/>
                <a:gd name="T2" fmla="*/ 78 w 194"/>
                <a:gd name="T3" fmla="*/ 188 h 188"/>
                <a:gd name="T4" fmla="*/ 0 w 194"/>
                <a:gd name="T5" fmla="*/ 103 h 188"/>
                <a:gd name="T6" fmla="*/ 114 w 194"/>
                <a:gd name="T7" fmla="*/ 0 h 188"/>
                <a:gd name="T8" fmla="*/ 194 w 194"/>
                <a:gd name="T9" fmla="*/ 83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4" h="188">
                  <a:moveTo>
                    <a:pt x="194" y="83"/>
                  </a:moveTo>
                  <a:lnTo>
                    <a:pt x="78" y="188"/>
                  </a:lnTo>
                  <a:lnTo>
                    <a:pt x="0" y="103"/>
                  </a:lnTo>
                  <a:lnTo>
                    <a:pt x="114" y="0"/>
                  </a:lnTo>
                  <a:lnTo>
                    <a:pt x="194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5" name="任意多边形: 形状 234"/>
            <p:cNvSpPr>
              <a:spLocks/>
            </p:cNvSpPr>
            <p:nvPr/>
          </p:nvSpPr>
          <p:spPr bwMode="auto">
            <a:xfrm>
              <a:off x="1384301" y="3657600"/>
              <a:ext cx="568325" cy="585788"/>
            </a:xfrm>
            <a:custGeom>
              <a:avLst/>
              <a:gdLst>
                <a:gd name="T0" fmla="*/ 358 w 358"/>
                <a:gd name="T1" fmla="*/ 294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4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4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4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6" name="任意多边形: 形状 235"/>
            <p:cNvSpPr>
              <a:spLocks/>
            </p:cNvSpPr>
            <p:nvPr/>
          </p:nvSpPr>
          <p:spPr bwMode="auto">
            <a:xfrm>
              <a:off x="1770063" y="4164013"/>
              <a:ext cx="211138" cy="206375"/>
            </a:xfrm>
            <a:custGeom>
              <a:avLst/>
              <a:gdLst>
                <a:gd name="T0" fmla="*/ 133 w 133"/>
                <a:gd name="T1" fmla="*/ 54 h 130"/>
                <a:gd name="T2" fmla="*/ 50 w 133"/>
                <a:gd name="T3" fmla="*/ 130 h 130"/>
                <a:gd name="T4" fmla="*/ 0 w 133"/>
                <a:gd name="T5" fmla="*/ 76 h 130"/>
                <a:gd name="T6" fmla="*/ 85 w 133"/>
                <a:gd name="T7" fmla="*/ 0 h 130"/>
                <a:gd name="T8" fmla="*/ 133 w 133"/>
                <a:gd name="T9" fmla="*/ 54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130">
                  <a:moveTo>
                    <a:pt x="133" y="54"/>
                  </a:moveTo>
                  <a:lnTo>
                    <a:pt x="50" y="130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133" y="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7" name="任意多边形: 形状 236"/>
            <p:cNvSpPr>
              <a:spLocks/>
            </p:cNvSpPr>
            <p:nvPr/>
          </p:nvSpPr>
          <p:spPr bwMode="auto">
            <a:xfrm>
              <a:off x="1190626" y="3543300"/>
              <a:ext cx="307975" cy="298450"/>
            </a:xfrm>
            <a:custGeom>
              <a:avLst/>
              <a:gdLst>
                <a:gd name="T0" fmla="*/ 194 w 194"/>
                <a:gd name="T1" fmla="*/ 83 h 188"/>
                <a:gd name="T2" fmla="*/ 78 w 194"/>
                <a:gd name="T3" fmla="*/ 188 h 188"/>
                <a:gd name="T4" fmla="*/ 0 w 194"/>
                <a:gd name="T5" fmla="*/ 103 h 188"/>
                <a:gd name="T6" fmla="*/ 114 w 194"/>
                <a:gd name="T7" fmla="*/ 0 h 188"/>
                <a:gd name="T8" fmla="*/ 194 w 194"/>
                <a:gd name="T9" fmla="*/ 83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4" h="188">
                  <a:moveTo>
                    <a:pt x="194" y="83"/>
                  </a:moveTo>
                  <a:lnTo>
                    <a:pt x="78" y="188"/>
                  </a:lnTo>
                  <a:lnTo>
                    <a:pt x="0" y="103"/>
                  </a:lnTo>
                  <a:lnTo>
                    <a:pt x="114" y="0"/>
                  </a:lnTo>
                  <a:lnTo>
                    <a:pt x="194" y="83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8" name="任意多边形: 形状 237"/>
            <p:cNvSpPr>
              <a:spLocks/>
            </p:cNvSpPr>
            <p:nvPr/>
          </p:nvSpPr>
          <p:spPr bwMode="auto">
            <a:xfrm>
              <a:off x="1336676" y="3698875"/>
              <a:ext cx="568325" cy="585788"/>
            </a:xfrm>
            <a:custGeom>
              <a:avLst/>
              <a:gdLst>
                <a:gd name="T0" fmla="*/ 358 w 358"/>
                <a:gd name="T1" fmla="*/ 293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3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3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9" name="任意多边形: 形状 238"/>
            <p:cNvSpPr>
              <a:spLocks/>
            </p:cNvSpPr>
            <p:nvPr/>
          </p:nvSpPr>
          <p:spPr bwMode="auto">
            <a:xfrm>
              <a:off x="1770063" y="4164013"/>
              <a:ext cx="211138" cy="206375"/>
            </a:xfrm>
            <a:custGeom>
              <a:avLst/>
              <a:gdLst>
                <a:gd name="T0" fmla="*/ 133 w 133"/>
                <a:gd name="T1" fmla="*/ 54 h 130"/>
                <a:gd name="T2" fmla="*/ 50 w 133"/>
                <a:gd name="T3" fmla="*/ 130 h 130"/>
                <a:gd name="T4" fmla="*/ 0 w 133"/>
                <a:gd name="T5" fmla="*/ 76 h 130"/>
                <a:gd name="T6" fmla="*/ 85 w 133"/>
                <a:gd name="T7" fmla="*/ 0 h 130"/>
                <a:gd name="T8" fmla="*/ 133 w 133"/>
                <a:gd name="T9" fmla="*/ 54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130">
                  <a:moveTo>
                    <a:pt x="133" y="54"/>
                  </a:moveTo>
                  <a:lnTo>
                    <a:pt x="50" y="130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133" y="54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0" name="任意多边形: 形状 239"/>
            <p:cNvSpPr>
              <a:spLocks/>
            </p:cNvSpPr>
            <p:nvPr/>
          </p:nvSpPr>
          <p:spPr bwMode="auto">
            <a:xfrm>
              <a:off x="449263" y="2778125"/>
              <a:ext cx="1108075" cy="1096963"/>
            </a:xfrm>
            <a:custGeom>
              <a:avLst/>
              <a:gdLst>
                <a:gd name="T0" fmla="*/ 315 w 378"/>
                <a:gd name="T1" fmla="*/ 73 h 374"/>
                <a:gd name="T2" fmla="*/ 305 w 378"/>
                <a:gd name="T3" fmla="*/ 311 h 374"/>
                <a:gd name="T4" fmla="*/ 64 w 378"/>
                <a:gd name="T5" fmla="*/ 301 h 374"/>
                <a:gd name="T6" fmla="*/ 74 w 378"/>
                <a:gd name="T7" fmla="*/ 63 h 374"/>
                <a:gd name="T8" fmla="*/ 315 w 378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8" h="374">
                  <a:moveTo>
                    <a:pt x="315" y="73"/>
                  </a:moveTo>
                  <a:cubicBezTo>
                    <a:pt x="378" y="142"/>
                    <a:pt x="374" y="248"/>
                    <a:pt x="305" y="311"/>
                  </a:cubicBezTo>
                  <a:cubicBezTo>
                    <a:pt x="235" y="374"/>
                    <a:pt x="127" y="370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1" name="任意多边形: 形状 240"/>
            <p:cNvSpPr>
              <a:spLocks/>
            </p:cNvSpPr>
            <p:nvPr/>
          </p:nvSpPr>
          <p:spPr bwMode="auto">
            <a:xfrm>
              <a:off x="525463" y="2736850"/>
              <a:ext cx="1111250" cy="1096963"/>
            </a:xfrm>
            <a:custGeom>
              <a:avLst/>
              <a:gdLst>
                <a:gd name="T0" fmla="*/ 315 w 379"/>
                <a:gd name="T1" fmla="*/ 73 h 374"/>
                <a:gd name="T2" fmla="*/ 305 w 379"/>
                <a:gd name="T3" fmla="*/ 311 h 374"/>
                <a:gd name="T4" fmla="*/ 64 w 379"/>
                <a:gd name="T5" fmla="*/ 301 h 374"/>
                <a:gd name="T6" fmla="*/ 74 w 379"/>
                <a:gd name="T7" fmla="*/ 63 h 374"/>
                <a:gd name="T8" fmla="*/ 315 w 379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74">
                  <a:moveTo>
                    <a:pt x="315" y="73"/>
                  </a:moveTo>
                  <a:cubicBezTo>
                    <a:pt x="379" y="142"/>
                    <a:pt x="374" y="248"/>
                    <a:pt x="305" y="311"/>
                  </a:cubicBezTo>
                  <a:cubicBezTo>
                    <a:pt x="235" y="374"/>
                    <a:pt x="128" y="369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2" name="任意多边形: 形状 241"/>
            <p:cNvSpPr>
              <a:spLocks/>
            </p:cNvSpPr>
            <p:nvPr/>
          </p:nvSpPr>
          <p:spPr bwMode="auto">
            <a:xfrm>
              <a:off x="449263" y="2778125"/>
              <a:ext cx="1108075" cy="1096963"/>
            </a:xfrm>
            <a:custGeom>
              <a:avLst/>
              <a:gdLst>
                <a:gd name="T0" fmla="*/ 315 w 378"/>
                <a:gd name="T1" fmla="*/ 73 h 374"/>
                <a:gd name="T2" fmla="*/ 305 w 378"/>
                <a:gd name="T3" fmla="*/ 311 h 374"/>
                <a:gd name="T4" fmla="*/ 64 w 378"/>
                <a:gd name="T5" fmla="*/ 301 h 374"/>
                <a:gd name="T6" fmla="*/ 74 w 378"/>
                <a:gd name="T7" fmla="*/ 63 h 374"/>
                <a:gd name="T8" fmla="*/ 315 w 378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8" h="374">
                  <a:moveTo>
                    <a:pt x="315" y="73"/>
                  </a:moveTo>
                  <a:cubicBezTo>
                    <a:pt x="378" y="142"/>
                    <a:pt x="374" y="248"/>
                    <a:pt x="305" y="311"/>
                  </a:cubicBezTo>
                  <a:cubicBezTo>
                    <a:pt x="235" y="374"/>
                    <a:pt x="127" y="370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3" name="任意多边形: 形状 242"/>
            <p:cNvSpPr>
              <a:spLocks/>
            </p:cNvSpPr>
            <p:nvPr/>
          </p:nvSpPr>
          <p:spPr bwMode="auto">
            <a:xfrm>
              <a:off x="601663" y="2930525"/>
              <a:ext cx="803275" cy="792163"/>
            </a:xfrm>
            <a:custGeom>
              <a:avLst/>
              <a:gdLst>
                <a:gd name="T0" fmla="*/ 228 w 274"/>
                <a:gd name="T1" fmla="*/ 53 h 270"/>
                <a:gd name="T2" fmla="*/ 221 w 274"/>
                <a:gd name="T3" fmla="*/ 225 h 270"/>
                <a:gd name="T4" fmla="*/ 46 w 274"/>
                <a:gd name="T5" fmla="*/ 217 h 270"/>
                <a:gd name="T6" fmla="*/ 54 w 274"/>
                <a:gd name="T7" fmla="*/ 46 h 270"/>
                <a:gd name="T8" fmla="*/ 228 w 274"/>
                <a:gd name="T9" fmla="*/ 53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270">
                  <a:moveTo>
                    <a:pt x="228" y="53"/>
                  </a:moveTo>
                  <a:cubicBezTo>
                    <a:pt x="274" y="102"/>
                    <a:pt x="271" y="179"/>
                    <a:pt x="221" y="225"/>
                  </a:cubicBezTo>
                  <a:cubicBezTo>
                    <a:pt x="170" y="270"/>
                    <a:pt x="93" y="267"/>
                    <a:pt x="46" y="217"/>
                  </a:cubicBezTo>
                  <a:cubicBezTo>
                    <a:pt x="0" y="168"/>
                    <a:pt x="4" y="91"/>
                    <a:pt x="54" y="46"/>
                  </a:cubicBezTo>
                  <a:cubicBezTo>
                    <a:pt x="104" y="0"/>
                    <a:pt x="182" y="3"/>
                    <a:pt x="228" y="53"/>
                  </a:cubicBez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4" name="任意多边形: 形状 243"/>
            <p:cNvSpPr>
              <a:spLocks/>
            </p:cNvSpPr>
            <p:nvPr/>
          </p:nvSpPr>
          <p:spPr bwMode="auto">
            <a:xfrm>
              <a:off x="601663" y="2930525"/>
              <a:ext cx="803275" cy="792163"/>
            </a:xfrm>
            <a:custGeom>
              <a:avLst/>
              <a:gdLst>
                <a:gd name="T0" fmla="*/ 228 w 274"/>
                <a:gd name="T1" fmla="*/ 53 h 270"/>
                <a:gd name="T2" fmla="*/ 221 w 274"/>
                <a:gd name="T3" fmla="*/ 225 h 270"/>
                <a:gd name="T4" fmla="*/ 46 w 274"/>
                <a:gd name="T5" fmla="*/ 217 h 270"/>
                <a:gd name="T6" fmla="*/ 54 w 274"/>
                <a:gd name="T7" fmla="*/ 46 h 270"/>
                <a:gd name="T8" fmla="*/ 228 w 274"/>
                <a:gd name="T9" fmla="*/ 53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270">
                  <a:moveTo>
                    <a:pt x="228" y="53"/>
                  </a:moveTo>
                  <a:cubicBezTo>
                    <a:pt x="274" y="102"/>
                    <a:pt x="271" y="179"/>
                    <a:pt x="221" y="225"/>
                  </a:cubicBezTo>
                  <a:cubicBezTo>
                    <a:pt x="170" y="270"/>
                    <a:pt x="93" y="267"/>
                    <a:pt x="46" y="217"/>
                  </a:cubicBezTo>
                  <a:cubicBezTo>
                    <a:pt x="0" y="168"/>
                    <a:pt x="4" y="91"/>
                    <a:pt x="54" y="46"/>
                  </a:cubicBezTo>
                  <a:cubicBezTo>
                    <a:pt x="104" y="0"/>
                    <a:pt x="182" y="3"/>
                    <a:pt x="228" y="53"/>
                  </a:cubicBez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5" name="任意多边形: 形状 244"/>
            <p:cNvSpPr>
              <a:spLocks/>
            </p:cNvSpPr>
            <p:nvPr/>
          </p:nvSpPr>
          <p:spPr bwMode="auto">
            <a:xfrm>
              <a:off x="712788" y="3238500"/>
              <a:ext cx="23813" cy="163513"/>
            </a:xfrm>
            <a:custGeom>
              <a:avLst/>
              <a:gdLst>
                <a:gd name="T0" fmla="*/ 7 w 8"/>
                <a:gd name="T1" fmla="*/ 56 h 56"/>
                <a:gd name="T2" fmla="*/ 8 w 8"/>
                <a:gd name="T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" h="56">
                  <a:moveTo>
                    <a:pt x="7" y="56"/>
                  </a:moveTo>
                  <a:cubicBezTo>
                    <a:pt x="0" y="38"/>
                    <a:pt x="0" y="16"/>
                    <a:pt x="8" y="0"/>
                  </a:cubicBezTo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6" name="任意多边形: 形状 245"/>
            <p:cNvSpPr>
              <a:spLocks/>
            </p:cNvSpPr>
            <p:nvPr/>
          </p:nvSpPr>
          <p:spPr bwMode="auto">
            <a:xfrm>
              <a:off x="8074026" y="5407025"/>
              <a:ext cx="550863" cy="477838"/>
            </a:xfrm>
            <a:custGeom>
              <a:avLst/>
              <a:gdLst>
                <a:gd name="T0" fmla="*/ 63 w 347"/>
                <a:gd name="T1" fmla="*/ 0 h 301"/>
                <a:gd name="T2" fmla="*/ 0 w 347"/>
                <a:gd name="T3" fmla="*/ 78 h 301"/>
                <a:gd name="T4" fmla="*/ 285 w 347"/>
                <a:gd name="T5" fmla="*/ 301 h 301"/>
                <a:gd name="T6" fmla="*/ 347 w 347"/>
                <a:gd name="T7" fmla="*/ 222 h 301"/>
                <a:gd name="T8" fmla="*/ 63 w 347"/>
                <a:gd name="T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301">
                  <a:moveTo>
                    <a:pt x="63" y="0"/>
                  </a:moveTo>
                  <a:lnTo>
                    <a:pt x="0" y="78"/>
                  </a:lnTo>
                  <a:lnTo>
                    <a:pt x="285" y="301"/>
                  </a:lnTo>
                  <a:lnTo>
                    <a:pt x="347" y="22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7" name="任意多边形: 形状 246"/>
            <p:cNvSpPr>
              <a:spLocks/>
            </p:cNvSpPr>
            <p:nvPr/>
          </p:nvSpPr>
          <p:spPr bwMode="auto">
            <a:xfrm>
              <a:off x="8509001" y="5735638"/>
              <a:ext cx="268288" cy="273050"/>
            </a:xfrm>
            <a:custGeom>
              <a:avLst/>
              <a:gdLst>
                <a:gd name="T0" fmla="*/ 86 w 169"/>
                <a:gd name="T1" fmla="*/ 0 h 172"/>
                <a:gd name="T2" fmla="*/ 0 w 169"/>
                <a:gd name="T3" fmla="*/ 109 h 172"/>
                <a:gd name="T4" fmla="*/ 83 w 169"/>
                <a:gd name="T5" fmla="*/ 172 h 172"/>
                <a:gd name="T6" fmla="*/ 169 w 169"/>
                <a:gd name="T7" fmla="*/ 63 h 172"/>
                <a:gd name="T8" fmla="*/ 86 w 169"/>
                <a:gd name="T9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172">
                  <a:moveTo>
                    <a:pt x="86" y="0"/>
                  </a:moveTo>
                  <a:lnTo>
                    <a:pt x="0" y="109"/>
                  </a:lnTo>
                  <a:lnTo>
                    <a:pt x="83" y="172"/>
                  </a:lnTo>
                  <a:lnTo>
                    <a:pt x="169" y="63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8" name="任意多边形: 形状 247"/>
            <p:cNvSpPr>
              <a:spLocks/>
            </p:cNvSpPr>
            <p:nvPr/>
          </p:nvSpPr>
          <p:spPr bwMode="auto">
            <a:xfrm>
              <a:off x="8110538" y="5364163"/>
              <a:ext cx="549275" cy="476250"/>
            </a:xfrm>
            <a:custGeom>
              <a:avLst/>
              <a:gdLst>
                <a:gd name="T0" fmla="*/ 62 w 346"/>
                <a:gd name="T1" fmla="*/ 0 h 300"/>
                <a:gd name="T2" fmla="*/ 0 w 346"/>
                <a:gd name="T3" fmla="*/ 77 h 300"/>
                <a:gd name="T4" fmla="*/ 284 w 346"/>
                <a:gd name="T5" fmla="*/ 300 h 300"/>
                <a:gd name="T6" fmla="*/ 346 w 346"/>
                <a:gd name="T7" fmla="*/ 221 h 300"/>
                <a:gd name="T8" fmla="*/ 62 w 346"/>
                <a:gd name="T9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00">
                  <a:moveTo>
                    <a:pt x="62" y="0"/>
                  </a:moveTo>
                  <a:lnTo>
                    <a:pt x="0" y="77"/>
                  </a:lnTo>
                  <a:lnTo>
                    <a:pt x="284" y="300"/>
                  </a:lnTo>
                  <a:lnTo>
                    <a:pt x="346" y="221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9" name="任意多边形: 形状 248"/>
            <p:cNvSpPr>
              <a:spLocks/>
            </p:cNvSpPr>
            <p:nvPr/>
          </p:nvSpPr>
          <p:spPr bwMode="auto">
            <a:xfrm>
              <a:off x="7993063" y="5343525"/>
              <a:ext cx="180975" cy="187325"/>
            </a:xfrm>
            <a:custGeom>
              <a:avLst/>
              <a:gdLst>
                <a:gd name="T0" fmla="*/ 63 w 114"/>
                <a:gd name="T1" fmla="*/ 0 h 118"/>
                <a:gd name="T2" fmla="*/ 0 w 114"/>
                <a:gd name="T3" fmla="*/ 79 h 118"/>
                <a:gd name="T4" fmla="*/ 51 w 114"/>
                <a:gd name="T5" fmla="*/ 118 h 118"/>
                <a:gd name="T6" fmla="*/ 114 w 114"/>
                <a:gd name="T7" fmla="*/ 40 h 118"/>
                <a:gd name="T8" fmla="*/ 63 w 114"/>
                <a:gd name="T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18">
                  <a:moveTo>
                    <a:pt x="63" y="0"/>
                  </a:moveTo>
                  <a:lnTo>
                    <a:pt x="0" y="79"/>
                  </a:lnTo>
                  <a:lnTo>
                    <a:pt x="51" y="118"/>
                  </a:lnTo>
                  <a:lnTo>
                    <a:pt x="114" y="40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0" name="任意多边形: 形状 249"/>
            <p:cNvSpPr>
              <a:spLocks/>
            </p:cNvSpPr>
            <p:nvPr/>
          </p:nvSpPr>
          <p:spPr bwMode="auto">
            <a:xfrm>
              <a:off x="8509001" y="5735638"/>
              <a:ext cx="268288" cy="273050"/>
            </a:xfrm>
            <a:custGeom>
              <a:avLst/>
              <a:gdLst>
                <a:gd name="T0" fmla="*/ 86 w 169"/>
                <a:gd name="T1" fmla="*/ 0 h 172"/>
                <a:gd name="T2" fmla="*/ 0 w 169"/>
                <a:gd name="T3" fmla="*/ 109 h 172"/>
                <a:gd name="T4" fmla="*/ 83 w 169"/>
                <a:gd name="T5" fmla="*/ 172 h 172"/>
                <a:gd name="T6" fmla="*/ 169 w 169"/>
                <a:gd name="T7" fmla="*/ 63 h 172"/>
                <a:gd name="T8" fmla="*/ 86 w 169"/>
                <a:gd name="T9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172">
                  <a:moveTo>
                    <a:pt x="86" y="0"/>
                  </a:moveTo>
                  <a:lnTo>
                    <a:pt x="0" y="109"/>
                  </a:lnTo>
                  <a:lnTo>
                    <a:pt x="83" y="172"/>
                  </a:lnTo>
                  <a:lnTo>
                    <a:pt x="169" y="63"/>
                  </a:lnTo>
                  <a:lnTo>
                    <a:pt x="86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1" name="任意多边形: 形状 250"/>
            <p:cNvSpPr>
              <a:spLocks/>
            </p:cNvSpPr>
            <p:nvPr/>
          </p:nvSpPr>
          <p:spPr bwMode="auto">
            <a:xfrm>
              <a:off x="8074026" y="5407025"/>
              <a:ext cx="550863" cy="477838"/>
            </a:xfrm>
            <a:custGeom>
              <a:avLst/>
              <a:gdLst>
                <a:gd name="T0" fmla="*/ 63 w 347"/>
                <a:gd name="T1" fmla="*/ 0 h 301"/>
                <a:gd name="T2" fmla="*/ 0 w 347"/>
                <a:gd name="T3" fmla="*/ 78 h 301"/>
                <a:gd name="T4" fmla="*/ 285 w 347"/>
                <a:gd name="T5" fmla="*/ 301 h 301"/>
                <a:gd name="T6" fmla="*/ 347 w 347"/>
                <a:gd name="T7" fmla="*/ 222 h 301"/>
                <a:gd name="T8" fmla="*/ 63 w 347"/>
                <a:gd name="T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301">
                  <a:moveTo>
                    <a:pt x="63" y="0"/>
                  </a:moveTo>
                  <a:lnTo>
                    <a:pt x="0" y="78"/>
                  </a:lnTo>
                  <a:lnTo>
                    <a:pt x="285" y="301"/>
                  </a:lnTo>
                  <a:lnTo>
                    <a:pt x="347" y="222"/>
                  </a:lnTo>
                  <a:lnTo>
                    <a:pt x="63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2" name="任意多边形: 形状 251"/>
            <p:cNvSpPr>
              <a:spLocks/>
            </p:cNvSpPr>
            <p:nvPr/>
          </p:nvSpPr>
          <p:spPr bwMode="auto">
            <a:xfrm>
              <a:off x="7993063" y="5343525"/>
              <a:ext cx="180975" cy="187325"/>
            </a:xfrm>
            <a:custGeom>
              <a:avLst/>
              <a:gdLst>
                <a:gd name="T0" fmla="*/ 63 w 114"/>
                <a:gd name="T1" fmla="*/ 0 h 118"/>
                <a:gd name="T2" fmla="*/ 0 w 114"/>
                <a:gd name="T3" fmla="*/ 79 h 118"/>
                <a:gd name="T4" fmla="*/ 51 w 114"/>
                <a:gd name="T5" fmla="*/ 118 h 118"/>
                <a:gd name="T6" fmla="*/ 114 w 114"/>
                <a:gd name="T7" fmla="*/ 40 h 118"/>
                <a:gd name="T8" fmla="*/ 63 w 114"/>
                <a:gd name="T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18">
                  <a:moveTo>
                    <a:pt x="63" y="0"/>
                  </a:moveTo>
                  <a:lnTo>
                    <a:pt x="0" y="79"/>
                  </a:lnTo>
                  <a:lnTo>
                    <a:pt x="51" y="118"/>
                  </a:lnTo>
                  <a:lnTo>
                    <a:pt x="114" y="40"/>
                  </a:lnTo>
                  <a:lnTo>
                    <a:pt x="63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3" name="任意多边形: 形状 252"/>
            <p:cNvSpPr>
              <a:spLocks/>
            </p:cNvSpPr>
            <p:nvPr/>
          </p:nvSpPr>
          <p:spPr bwMode="auto">
            <a:xfrm>
              <a:off x="8489951" y="5648325"/>
              <a:ext cx="1014413" cy="998538"/>
            </a:xfrm>
            <a:custGeom>
              <a:avLst/>
              <a:gdLst>
                <a:gd name="T0" fmla="*/ 267 w 346"/>
                <a:gd name="T1" fmla="*/ 52 h 341"/>
                <a:gd name="T2" fmla="*/ 53 w 346"/>
                <a:gd name="T3" fmla="*/ 77 h 341"/>
                <a:gd name="T4" fmla="*/ 79 w 346"/>
                <a:gd name="T5" fmla="*/ 290 h 341"/>
                <a:gd name="T6" fmla="*/ 294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3" y="77"/>
                  </a:cubicBezTo>
                  <a:cubicBezTo>
                    <a:pt x="0" y="143"/>
                    <a:pt x="12" y="238"/>
                    <a:pt x="79" y="290"/>
                  </a:cubicBezTo>
                  <a:cubicBezTo>
                    <a:pt x="145" y="341"/>
                    <a:pt x="241" y="330"/>
                    <a:pt x="294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4" name="任意多边形: 形状 253"/>
            <p:cNvSpPr>
              <a:spLocks/>
            </p:cNvSpPr>
            <p:nvPr/>
          </p:nvSpPr>
          <p:spPr bwMode="auto">
            <a:xfrm>
              <a:off x="8523288" y="5576888"/>
              <a:ext cx="1012825" cy="1000125"/>
            </a:xfrm>
            <a:custGeom>
              <a:avLst/>
              <a:gdLst>
                <a:gd name="T0" fmla="*/ 267 w 346"/>
                <a:gd name="T1" fmla="*/ 52 h 341"/>
                <a:gd name="T2" fmla="*/ 52 w 346"/>
                <a:gd name="T3" fmla="*/ 77 h 341"/>
                <a:gd name="T4" fmla="*/ 79 w 346"/>
                <a:gd name="T5" fmla="*/ 290 h 341"/>
                <a:gd name="T6" fmla="*/ 293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2" y="77"/>
                  </a:cubicBezTo>
                  <a:cubicBezTo>
                    <a:pt x="0" y="142"/>
                    <a:pt x="12" y="238"/>
                    <a:pt x="79" y="290"/>
                  </a:cubicBezTo>
                  <a:cubicBezTo>
                    <a:pt x="145" y="341"/>
                    <a:pt x="241" y="330"/>
                    <a:pt x="293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5" name="任意多边形: 形状 254"/>
            <p:cNvSpPr>
              <a:spLocks/>
            </p:cNvSpPr>
            <p:nvPr/>
          </p:nvSpPr>
          <p:spPr bwMode="auto">
            <a:xfrm>
              <a:off x="8489951" y="5648325"/>
              <a:ext cx="1014413" cy="998538"/>
            </a:xfrm>
            <a:custGeom>
              <a:avLst/>
              <a:gdLst>
                <a:gd name="T0" fmla="*/ 267 w 346"/>
                <a:gd name="T1" fmla="*/ 52 h 341"/>
                <a:gd name="T2" fmla="*/ 53 w 346"/>
                <a:gd name="T3" fmla="*/ 77 h 341"/>
                <a:gd name="T4" fmla="*/ 79 w 346"/>
                <a:gd name="T5" fmla="*/ 290 h 341"/>
                <a:gd name="T6" fmla="*/ 294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3" y="77"/>
                  </a:cubicBezTo>
                  <a:cubicBezTo>
                    <a:pt x="0" y="143"/>
                    <a:pt x="12" y="238"/>
                    <a:pt x="79" y="290"/>
                  </a:cubicBezTo>
                  <a:cubicBezTo>
                    <a:pt x="145" y="341"/>
                    <a:pt x="241" y="330"/>
                    <a:pt x="294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6" name="任意多边形: 形状 255"/>
            <p:cNvSpPr>
              <a:spLocks/>
            </p:cNvSpPr>
            <p:nvPr/>
          </p:nvSpPr>
          <p:spPr bwMode="auto">
            <a:xfrm>
              <a:off x="8631238" y="5788025"/>
              <a:ext cx="731838" cy="720725"/>
            </a:xfrm>
            <a:custGeom>
              <a:avLst/>
              <a:gdLst>
                <a:gd name="T0" fmla="*/ 193 w 250"/>
                <a:gd name="T1" fmla="*/ 37 h 246"/>
                <a:gd name="T2" fmla="*/ 38 w 250"/>
                <a:gd name="T3" fmla="*/ 55 h 246"/>
                <a:gd name="T4" fmla="*/ 57 w 250"/>
                <a:gd name="T5" fmla="*/ 209 h 246"/>
                <a:gd name="T6" fmla="*/ 212 w 250"/>
                <a:gd name="T7" fmla="*/ 191 h 246"/>
                <a:gd name="T8" fmla="*/ 193 w 250"/>
                <a:gd name="T9" fmla="*/ 37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246">
                  <a:moveTo>
                    <a:pt x="193" y="37"/>
                  </a:moveTo>
                  <a:cubicBezTo>
                    <a:pt x="145" y="0"/>
                    <a:pt x="76" y="8"/>
                    <a:pt x="38" y="55"/>
                  </a:cubicBezTo>
                  <a:cubicBezTo>
                    <a:pt x="0" y="102"/>
                    <a:pt x="9" y="171"/>
                    <a:pt x="57" y="209"/>
                  </a:cubicBezTo>
                  <a:cubicBezTo>
                    <a:pt x="105" y="246"/>
                    <a:pt x="175" y="238"/>
                    <a:pt x="212" y="191"/>
                  </a:cubicBezTo>
                  <a:cubicBezTo>
                    <a:pt x="250" y="143"/>
                    <a:pt x="241" y="75"/>
                    <a:pt x="193" y="37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7" name="任意多边形: 形状 256"/>
            <p:cNvSpPr>
              <a:spLocks/>
            </p:cNvSpPr>
            <p:nvPr/>
          </p:nvSpPr>
          <p:spPr bwMode="auto">
            <a:xfrm>
              <a:off x="8631238" y="5788025"/>
              <a:ext cx="731838" cy="720725"/>
            </a:xfrm>
            <a:custGeom>
              <a:avLst/>
              <a:gdLst>
                <a:gd name="T0" fmla="*/ 193 w 250"/>
                <a:gd name="T1" fmla="*/ 37 h 246"/>
                <a:gd name="T2" fmla="*/ 38 w 250"/>
                <a:gd name="T3" fmla="*/ 55 h 246"/>
                <a:gd name="T4" fmla="*/ 57 w 250"/>
                <a:gd name="T5" fmla="*/ 209 h 246"/>
                <a:gd name="T6" fmla="*/ 212 w 250"/>
                <a:gd name="T7" fmla="*/ 191 h 246"/>
                <a:gd name="T8" fmla="*/ 193 w 250"/>
                <a:gd name="T9" fmla="*/ 37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246">
                  <a:moveTo>
                    <a:pt x="193" y="37"/>
                  </a:moveTo>
                  <a:cubicBezTo>
                    <a:pt x="145" y="0"/>
                    <a:pt x="76" y="8"/>
                    <a:pt x="38" y="55"/>
                  </a:cubicBezTo>
                  <a:cubicBezTo>
                    <a:pt x="0" y="102"/>
                    <a:pt x="9" y="171"/>
                    <a:pt x="57" y="209"/>
                  </a:cubicBezTo>
                  <a:cubicBezTo>
                    <a:pt x="105" y="246"/>
                    <a:pt x="175" y="238"/>
                    <a:pt x="212" y="191"/>
                  </a:cubicBezTo>
                  <a:cubicBezTo>
                    <a:pt x="250" y="143"/>
                    <a:pt x="241" y="75"/>
                    <a:pt x="193" y="37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8" name="任意多边形: 形状 257"/>
            <p:cNvSpPr>
              <a:spLocks/>
            </p:cNvSpPr>
            <p:nvPr/>
          </p:nvSpPr>
          <p:spPr bwMode="auto">
            <a:xfrm>
              <a:off x="8947151" y="6380163"/>
              <a:ext cx="149225" cy="26988"/>
            </a:xfrm>
            <a:custGeom>
              <a:avLst/>
              <a:gdLst>
                <a:gd name="T0" fmla="*/ 0 w 51"/>
                <a:gd name="T1" fmla="*/ 4 h 9"/>
                <a:gd name="T2" fmla="*/ 51 w 51"/>
                <a:gd name="T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1" h="9">
                  <a:moveTo>
                    <a:pt x="0" y="4"/>
                  </a:moveTo>
                  <a:cubicBezTo>
                    <a:pt x="17" y="9"/>
                    <a:pt x="37" y="8"/>
                    <a:pt x="51" y="0"/>
                  </a:cubicBezTo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9" name="任意多边形: 形状 258"/>
            <p:cNvSpPr>
              <a:spLocks/>
            </p:cNvSpPr>
            <p:nvPr/>
          </p:nvSpPr>
          <p:spPr bwMode="auto">
            <a:xfrm>
              <a:off x="1565276" y="5021263"/>
              <a:ext cx="1416050" cy="1139825"/>
            </a:xfrm>
            <a:custGeom>
              <a:avLst/>
              <a:gdLst>
                <a:gd name="T0" fmla="*/ 401 w 483"/>
                <a:gd name="T1" fmla="*/ 0 h 389"/>
                <a:gd name="T2" fmla="*/ 471 w 483"/>
                <a:gd name="T3" fmla="*/ 226 h 389"/>
                <a:gd name="T4" fmla="*/ 292 w 483"/>
                <a:gd name="T5" fmla="*/ 355 h 389"/>
                <a:gd name="T6" fmla="*/ 71 w 483"/>
                <a:gd name="T7" fmla="*/ 349 h 389"/>
                <a:gd name="T8" fmla="*/ 0 w 483"/>
                <a:gd name="T9" fmla="*/ 123 h 389"/>
                <a:gd name="T10" fmla="*/ 401 w 483"/>
                <a:gd name="T11" fmla="*/ 0 h 3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3" h="389">
                  <a:moveTo>
                    <a:pt x="401" y="0"/>
                  </a:moveTo>
                  <a:cubicBezTo>
                    <a:pt x="471" y="226"/>
                    <a:pt x="471" y="226"/>
                    <a:pt x="471" y="226"/>
                  </a:cubicBezTo>
                  <a:cubicBezTo>
                    <a:pt x="483" y="263"/>
                    <a:pt x="403" y="321"/>
                    <a:pt x="292" y="355"/>
                  </a:cubicBezTo>
                  <a:cubicBezTo>
                    <a:pt x="182" y="389"/>
                    <a:pt x="82" y="386"/>
                    <a:pt x="71" y="349"/>
                  </a:cubicBezTo>
                  <a:cubicBezTo>
                    <a:pt x="0" y="123"/>
                    <a:pt x="0" y="123"/>
                    <a:pt x="0" y="123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/>
            </a:solidFill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0" name="任意多边形: 形状 259"/>
            <p:cNvSpPr>
              <a:spLocks/>
            </p:cNvSpPr>
            <p:nvPr/>
          </p:nvSpPr>
          <p:spPr bwMode="auto">
            <a:xfrm>
              <a:off x="1706563" y="5614988"/>
              <a:ext cx="1244600" cy="601663"/>
            </a:xfrm>
            <a:custGeom>
              <a:avLst/>
              <a:gdLst>
                <a:gd name="T0" fmla="*/ 221 w 425"/>
                <a:gd name="T1" fmla="*/ 129 h 205"/>
                <a:gd name="T2" fmla="*/ 400 w 425"/>
                <a:gd name="T3" fmla="*/ 0 h 205"/>
                <a:gd name="T4" fmla="*/ 413 w 425"/>
                <a:gd name="T5" fmla="*/ 41 h 205"/>
                <a:gd name="T6" fmla="*/ 234 w 425"/>
                <a:gd name="T7" fmla="*/ 171 h 205"/>
                <a:gd name="T8" fmla="*/ 13 w 425"/>
                <a:gd name="T9" fmla="*/ 164 h 205"/>
                <a:gd name="T10" fmla="*/ 0 w 425"/>
                <a:gd name="T11" fmla="*/ 123 h 205"/>
                <a:gd name="T12" fmla="*/ 221 w 425"/>
                <a:gd name="T13" fmla="*/ 129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205">
                  <a:moveTo>
                    <a:pt x="221" y="129"/>
                  </a:moveTo>
                  <a:cubicBezTo>
                    <a:pt x="332" y="95"/>
                    <a:pt x="412" y="37"/>
                    <a:pt x="400" y="0"/>
                  </a:cubicBezTo>
                  <a:cubicBezTo>
                    <a:pt x="413" y="41"/>
                    <a:pt x="413" y="41"/>
                    <a:pt x="413" y="41"/>
                  </a:cubicBezTo>
                  <a:cubicBezTo>
                    <a:pt x="425" y="79"/>
                    <a:pt x="345" y="137"/>
                    <a:pt x="234" y="171"/>
                  </a:cubicBezTo>
                  <a:cubicBezTo>
                    <a:pt x="124" y="205"/>
                    <a:pt x="25" y="202"/>
                    <a:pt x="13" y="164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11" y="160"/>
                    <a:pt x="111" y="163"/>
                    <a:pt x="221" y="129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1" name="任意多边形: 形状 260"/>
            <p:cNvSpPr>
              <a:spLocks/>
            </p:cNvSpPr>
            <p:nvPr/>
          </p:nvSpPr>
          <p:spPr bwMode="auto">
            <a:xfrm>
              <a:off x="1735138" y="5559425"/>
              <a:ext cx="1246188" cy="601663"/>
            </a:xfrm>
            <a:custGeom>
              <a:avLst/>
              <a:gdLst>
                <a:gd name="T0" fmla="*/ 221 w 425"/>
                <a:gd name="T1" fmla="*/ 129 h 205"/>
                <a:gd name="T2" fmla="*/ 400 w 425"/>
                <a:gd name="T3" fmla="*/ 0 h 205"/>
                <a:gd name="T4" fmla="*/ 413 w 425"/>
                <a:gd name="T5" fmla="*/ 42 h 205"/>
                <a:gd name="T6" fmla="*/ 234 w 425"/>
                <a:gd name="T7" fmla="*/ 171 h 205"/>
                <a:gd name="T8" fmla="*/ 13 w 425"/>
                <a:gd name="T9" fmla="*/ 165 h 205"/>
                <a:gd name="T10" fmla="*/ 0 w 425"/>
                <a:gd name="T11" fmla="*/ 123 h 205"/>
                <a:gd name="T12" fmla="*/ 221 w 425"/>
                <a:gd name="T13" fmla="*/ 129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205">
                  <a:moveTo>
                    <a:pt x="221" y="129"/>
                  </a:moveTo>
                  <a:cubicBezTo>
                    <a:pt x="332" y="95"/>
                    <a:pt x="412" y="38"/>
                    <a:pt x="400" y="0"/>
                  </a:cubicBezTo>
                  <a:cubicBezTo>
                    <a:pt x="413" y="42"/>
                    <a:pt x="413" y="42"/>
                    <a:pt x="413" y="42"/>
                  </a:cubicBezTo>
                  <a:cubicBezTo>
                    <a:pt x="425" y="79"/>
                    <a:pt x="345" y="137"/>
                    <a:pt x="234" y="171"/>
                  </a:cubicBezTo>
                  <a:cubicBezTo>
                    <a:pt x="124" y="205"/>
                    <a:pt x="24" y="202"/>
                    <a:pt x="13" y="165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11" y="160"/>
                    <a:pt x="111" y="163"/>
                    <a:pt x="221" y="129"/>
                  </a:cubicBez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2" name="任意多边形: 形状 261"/>
            <p:cNvSpPr>
              <a:spLocks/>
            </p:cNvSpPr>
            <p:nvPr/>
          </p:nvSpPr>
          <p:spPr bwMode="auto">
            <a:xfrm>
              <a:off x="1277938" y="4883150"/>
              <a:ext cx="1784350" cy="747713"/>
            </a:xfrm>
            <a:custGeom>
              <a:avLst/>
              <a:gdLst>
                <a:gd name="T0" fmla="*/ 0 w 1124"/>
                <a:gd name="T1" fmla="*/ 408 h 471"/>
                <a:gd name="T2" fmla="*/ 635 w 1124"/>
                <a:gd name="T3" fmla="*/ 471 h 471"/>
                <a:gd name="T4" fmla="*/ 1124 w 1124"/>
                <a:gd name="T5" fmla="*/ 63 h 471"/>
                <a:gd name="T6" fmla="*/ 488 w 1124"/>
                <a:gd name="T7" fmla="*/ 0 h 471"/>
                <a:gd name="T8" fmla="*/ 0 w 1124"/>
                <a:gd name="T9" fmla="*/ 408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1">
                  <a:moveTo>
                    <a:pt x="0" y="408"/>
                  </a:moveTo>
                  <a:lnTo>
                    <a:pt x="635" y="471"/>
                  </a:lnTo>
                  <a:lnTo>
                    <a:pt x="1124" y="63"/>
                  </a:lnTo>
                  <a:lnTo>
                    <a:pt x="488" y="0"/>
                  </a:lnTo>
                  <a:lnTo>
                    <a:pt x="0" y="4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3" name="任意多边形: 形状 262"/>
            <p:cNvSpPr>
              <a:spLocks/>
            </p:cNvSpPr>
            <p:nvPr/>
          </p:nvSpPr>
          <p:spPr bwMode="auto">
            <a:xfrm>
              <a:off x="1128713" y="4926013"/>
              <a:ext cx="1784350" cy="750888"/>
            </a:xfrm>
            <a:custGeom>
              <a:avLst/>
              <a:gdLst>
                <a:gd name="T0" fmla="*/ 0 w 1124"/>
                <a:gd name="T1" fmla="*/ 408 h 473"/>
                <a:gd name="T2" fmla="*/ 637 w 1124"/>
                <a:gd name="T3" fmla="*/ 473 h 473"/>
                <a:gd name="T4" fmla="*/ 1124 w 1124"/>
                <a:gd name="T5" fmla="*/ 65 h 473"/>
                <a:gd name="T6" fmla="*/ 487 w 1124"/>
                <a:gd name="T7" fmla="*/ 0 h 473"/>
                <a:gd name="T8" fmla="*/ 0 w 1124"/>
                <a:gd name="T9" fmla="*/ 408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3">
                  <a:moveTo>
                    <a:pt x="0" y="408"/>
                  </a:moveTo>
                  <a:lnTo>
                    <a:pt x="637" y="473"/>
                  </a:lnTo>
                  <a:lnTo>
                    <a:pt x="1124" y="65"/>
                  </a:lnTo>
                  <a:lnTo>
                    <a:pt x="487" y="0"/>
                  </a:lnTo>
                  <a:lnTo>
                    <a:pt x="0" y="40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4" name="任意多边形: 形状 263"/>
            <p:cNvSpPr>
              <a:spLocks/>
            </p:cNvSpPr>
            <p:nvPr/>
          </p:nvSpPr>
          <p:spPr bwMode="auto">
            <a:xfrm>
              <a:off x="1277938" y="4883150"/>
              <a:ext cx="1784350" cy="747713"/>
            </a:xfrm>
            <a:custGeom>
              <a:avLst/>
              <a:gdLst>
                <a:gd name="T0" fmla="*/ 0 w 1124"/>
                <a:gd name="T1" fmla="*/ 408 h 471"/>
                <a:gd name="T2" fmla="*/ 635 w 1124"/>
                <a:gd name="T3" fmla="*/ 471 h 471"/>
                <a:gd name="T4" fmla="*/ 1124 w 1124"/>
                <a:gd name="T5" fmla="*/ 63 h 471"/>
                <a:gd name="T6" fmla="*/ 488 w 1124"/>
                <a:gd name="T7" fmla="*/ 0 h 471"/>
                <a:gd name="T8" fmla="*/ 0 w 1124"/>
                <a:gd name="T9" fmla="*/ 408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1">
                  <a:moveTo>
                    <a:pt x="0" y="408"/>
                  </a:moveTo>
                  <a:lnTo>
                    <a:pt x="635" y="471"/>
                  </a:lnTo>
                  <a:lnTo>
                    <a:pt x="1124" y="63"/>
                  </a:lnTo>
                  <a:lnTo>
                    <a:pt x="488" y="0"/>
                  </a:lnTo>
                  <a:lnTo>
                    <a:pt x="0" y="408"/>
                  </a:ln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5" name="任意多边形: 形状 264"/>
            <p:cNvSpPr>
              <a:spLocks/>
            </p:cNvSpPr>
            <p:nvPr/>
          </p:nvSpPr>
          <p:spPr bwMode="auto">
            <a:xfrm>
              <a:off x="1277938" y="5257800"/>
              <a:ext cx="890588" cy="738188"/>
            </a:xfrm>
            <a:custGeom>
              <a:avLst/>
              <a:gdLst>
                <a:gd name="T0" fmla="*/ 561 w 561"/>
                <a:gd name="T1" fmla="*/ 0 h 465"/>
                <a:gd name="T2" fmla="*/ 0 w 561"/>
                <a:gd name="T3" fmla="*/ 172 h 465"/>
                <a:gd name="T4" fmla="*/ 91 w 561"/>
                <a:gd name="T5" fmla="*/ 465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1" h="465">
                  <a:moveTo>
                    <a:pt x="561" y="0"/>
                  </a:moveTo>
                  <a:lnTo>
                    <a:pt x="0" y="172"/>
                  </a:lnTo>
                  <a:lnTo>
                    <a:pt x="91" y="465"/>
                  </a:lnTo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6" name="任意多边形: 形状 265"/>
            <p:cNvSpPr>
              <a:spLocks/>
            </p:cNvSpPr>
            <p:nvPr/>
          </p:nvSpPr>
          <p:spPr bwMode="auto">
            <a:xfrm>
              <a:off x="1325563" y="5995988"/>
              <a:ext cx="152400" cy="152400"/>
            </a:xfrm>
            <a:custGeom>
              <a:avLst/>
              <a:gdLst>
                <a:gd name="T0" fmla="*/ 4 w 52"/>
                <a:gd name="T1" fmla="*/ 33 h 52"/>
                <a:gd name="T2" fmla="*/ 33 w 52"/>
                <a:gd name="T3" fmla="*/ 48 h 52"/>
                <a:gd name="T4" fmla="*/ 48 w 52"/>
                <a:gd name="T5" fmla="*/ 19 h 52"/>
                <a:gd name="T6" fmla="*/ 19 w 52"/>
                <a:gd name="T7" fmla="*/ 4 h 52"/>
                <a:gd name="T8" fmla="*/ 4 w 52"/>
                <a:gd name="T9" fmla="*/ 33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2">
                  <a:moveTo>
                    <a:pt x="4" y="33"/>
                  </a:moveTo>
                  <a:cubicBezTo>
                    <a:pt x="8" y="45"/>
                    <a:pt x="21" y="52"/>
                    <a:pt x="33" y="48"/>
                  </a:cubicBezTo>
                  <a:cubicBezTo>
                    <a:pt x="45" y="44"/>
                    <a:pt x="52" y="31"/>
                    <a:pt x="48" y="19"/>
                  </a:cubicBezTo>
                  <a:cubicBezTo>
                    <a:pt x="44" y="7"/>
                    <a:pt x="31" y="0"/>
                    <a:pt x="19" y="4"/>
                  </a:cubicBezTo>
                  <a:cubicBezTo>
                    <a:pt x="7" y="8"/>
                    <a:pt x="0" y="21"/>
                    <a:pt x="4" y="33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7" name="任意多边形: 形状 266"/>
            <p:cNvSpPr>
              <a:spLocks/>
            </p:cNvSpPr>
            <p:nvPr/>
          </p:nvSpPr>
          <p:spPr bwMode="auto">
            <a:xfrm>
              <a:off x="1366838" y="5984875"/>
              <a:ext cx="152400" cy="149225"/>
            </a:xfrm>
            <a:custGeom>
              <a:avLst/>
              <a:gdLst>
                <a:gd name="T0" fmla="*/ 4 w 52"/>
                <a:gd name="T1" fmla="*/ 32 h 51"/>
                <a:gd name="T2" fmla="*/ 33 w 52"/>
                <a:gd name="T3" fmla="*/ 47 h 51"/>
                <a:gd name="T4" fmla="*/ 48 w 52"/>
                <a:gd name="T5" fmla="*/ 19 h 51"/>
                <a:gd name="T6" fmla="*/ 19 w 52"/>
                <a:gd name="T7" fmla="*/ 4 h 51"/>
                <a:gd name="T8" fmla="*/ 4 w 52"/>
                <a:gd name="T9" fmla="*/ 3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1">
                  <a:moveTo>
                    <a:pt x="4" y="32"/>
                  </a:moveTo>
                  <a:cubicBezTo>
                    <a:pt x="8" y="44"/>
                    <a:pt x="21" y="51"/>
                    <a:pt x="33" y="47"/>
                  </a:cubicBezTo>
                  <a:cubicBezTo>
                    <a:pt x="45" y="44"/>
                    <a:pt x="52" y="31"/>
                    <a:pt x="48" y="19"/>
                  </a:cubicBezTo>
                  <a:cubicBezTo>
                    <a:pt x="45" y="7"/>
                    <a:pt x="32" y="0"/>
                    <a:pt x="19" y="4"/>
                  </a:cubicBezTo>
                  <a:cubicBezTo>
                    <a:pt x="7" y="7"/>
                    <a:pt x="0" y="20"/>
                    <a:pt x="4" y="32"/>
                  </a:cubicBez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8" name="任意多边形: 形状 267"/>
            <p:cNvSpPr>
              <a:spLocks/>
            </p:cNvSpPr>
            <p:nvPr/>
          </p:nvSpPr>
          <p:spPr bwMode="auto">
            <a:xfrm>
              <a:off x="1463676" y="6122988"/>
              <a:ext cx="42863" cy="134938"/>
            </a:xfrm>
            <a:custGeom>
              <a:avLst/>
              <a:gdLst>
                <a:gd name="T0" fmla="*/ 0 w 27"/>
                <a:gd name="T1" fmla="*/ 0 h 85"/>
                <a:gd name="T2" fmla="*/ 27 w 27"/>
                <a:gd name="T3" fmla="*/ 85 h 85"/>
                <a:gd name="T4" fmla="*/ 0 w 27"/>
                <a:gd name="T5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" h="85">
                  <a:moveTo>
                    <a:pt x="0" y="0"/>
                  </a:moveTo>
                  <a:lnTo>
                    <a:pt x="27" y="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9" name="直接连接符 268"/>
            <p:cNvSpPr>
              <a:spLocks noChangeShapeType="1"/>
            </p:cNvSpPr>
            <p:nvPr/>
          </p:nvSpPr>
          <p:spPr bwMode="auto">
            <a:xfrm>
              <a:off x="1463676" y="6122988"/>
              <a:ext cx="42863" cy="134938"/>
            </a:xfrm>
            <a:prstGeom prst="line">
              <a:avLst/>
            </a:pr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0" name="任意多边形: 形状 269"/>
            <p:cNvSpPr>
              <a:spLocks/>
            </p:cNvSpPr>
            <p:nvPr/>
          </p:nvSpPr>
          <p:spPr bwMode="auto">
            <a:xfrm>
              <a:off x="247651" y="4492625"/>
              <a:ext cx="228600" cy="280988"/>
            </a:xfrm>
            <a:custGeom>
              <a:avLst/>
              <a:gdLst>
                <a:gd name="T0" fmla="*/ 2 w 78"/>
                <a:gd name="T1" fmla="*/ 44 h 96"/>
                <a:gd name="T2" fmla="*/ 2 w 78"/>
                <a:gd name="T3" fmla="*/ 44 h 96"/>
                <a:gd name="T4" fmla="*/ 44 w 78"/>
                <a:gd name="T5" fmla="*/ 94 h 96"/>
                <a:gd name="T6" fmla="*/ 69 w 78"/>
                <a:gd name="T7" fmla="*/ 96 h 96"/>
                <a:gd name="T8" fmla="*/ 78 w 78"/>
                <a:gd name="T9" fmla="*/ 5 h 96"/>
                <a:gd name="T10" fmla="*/ 53 w 78"/>
                <a:gd name="T11" fmla="*/ 3 h 96"/>
                <a:gd name="T12" fmla="*/ 2 w 78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96">
                  <a:moveTo>
                    <a:pt x="2" y="44"/>
                  </a:moveTo>
                  <a:cubicBezTo>
                    <a:pt x="2" y="44"/>
                    <a:pt x="2" y="44"/>
                    <a:pt x="2" y="44"/>
                  </a:cubicBezTo>
                  <a:cubicBezTo>
                    <a:pt x="0" y="69"/>
                    <a:pt x="18" y="91"/>
                    <a:pt x="44" y="94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78" y="5"/>
                    <a:pt x="78" y="5"/>
                    <a:pt x="78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7" y="0"/>
                    <a:pt x="5" y="19"/>
                    <a:pt x="2" y="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1" name="任意多边形: 形状 270"/>
            <p:cNvSpPr>
              <a:spLocks/>
            </p:cNvSpPr>
            <p:nvPr/>
          </p:nvSpPr>
          <p:spPr bwMode="auto">
            <a:xfrm>
              <a:off x="449263" y="4506913"/>
              <a:ext cx="144463" cy="279400"/>
            </a:xfrm>
            <a:custGeom>
              <a:avLst/>
              <a:gdLst>
                <a:gd name="T0" fmla="*/ 72 w 91"/>
                <a:gd name="T1" fmla="*/ 176 h 176"/>
                <a:gd name="T2" fmla="*/ 0 w 91"/>
                <a:gd name="T3" fmla="*/ 168 h 176"/>
                <a:gd name="T4" fmla="*/ 17 w 91"/>
                <a:gd name="T5" fmla="*/ 0 h 176"/>
                <a:gd name="T6" fmla="*/ 91 w 91"/>
                <a:gd name="T7" fmla="*/ 8 h 176"/>
                <a:gd name="T8" fmla="*/ 72 w 91"/>
                <a:gd name="T9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176">
                  <a:moveTo>
                    <a:pt x="72" y="176"/>
                  </a:moveTo>
                  <a:lnTo>
                    <a:pt x="0" y="168"/>
                  </a:lnTo>
                  <a:lnTo>
                    <a:pt x="17" y="0"/>
                  </a:lnTo>
                  <a:lnTo>
                    <a:pt x="91" y="8"/>
                  </a:lnTo>
                  <a:lnTo>
                    <a:pt x="72" y="1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2" name="任意多边形: 形状 271"/>
            <p:cNvSpPr>
              <a:spLocks/>
            </p:cNvSpPr>
            <p:nvPr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  <a:gd name="T8" fmla="*/ 419 w 436"/>
                <a:gd name="T9" fmla="*/ 208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  <a:lnTo>
                    <a:pt x="419" y="2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3" name="任意多边形: 形状 272"/>
            <p:cNvSpPr>
              <a:spLocks/>
            </p:cNvSpPr>
            <p:nvPr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4" name="任意多边形: 形状 273"/>
            <p:cNvSpPr>
              <a:spLocks/>
            </p:cNvSpPr>
            <p:nvPr/>
          </p:nvSpPr>
          <p:spPr bwMode="auto">
            <a:xfrm>
              <a:off x="1128713" y="4583113"/>
              <a:ext cx="349250" cy="266700"/>
            </a:xfrm>
            <a:custGeom>
              <a:avLst/>
              <a:gdLst>
                <a:gd name="T0" fmla="*/ 80 w 220"/>
                <a:gd name="T1" fmla="*/ 0 h 168"/>
                <a:gd name="T2" fmla="*/ 220 w 220"/>
                <a:gd name="T3" fmla="*/ 100 h 168"/>
                <a:gd name="T4" fmla="*/ 63 w 220"/>
                <a:gd name="T5" fmla="*/ 168 h 168"/>
                <a:gd name="T6" fmla="*/ 0 w 220"/>
                <a:gd name="T7" fmla="*/ 78 h 168"/>
                <a:gd name="T8" fmla="*/ 80 w 220"/>
                <a:gd name="T9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68">
                  <a:moveTo>
                    <a:pt x="80" y="0"/>
                  </a:moveTo>
                  <a:lnTo>
                    <a:pt x="220" y="100"/>
                  </a:lnTo>
                  <a:lnTo>
                    <a:pt x="63" y="168"/>
                  </a:lnTo>
                  <a:lnTo>
                    <a:pt x="0" y="78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5" name="任意多边形: 形状 274"/>
            <p:cNvSpPr>
              <a:spLocks/>
            </p:cNvSpPr>
            <p:nvPr/>
          </p:nvSpPr>
          <p:spPr bwMode="auto">
            <a:xfrm>
              <a:off x="469901" y="4460875"/>
              <a:ext cx="100013" cy="274638"/>
            </a:xfrm>
            <a:custGeom>
              <a:avLst/>
              <a:gdLst>
                <a:gd name="T0" fmla="*/ 17 w 63"/>
                <a:gd name="T1" fmla="*/ 0 h 173"/>
                <a:gd name="T2" fmla="*/ 0 w 63"/>
                <a:gd name="T3" fmla="*/ 168 h 173"/>
                <a:gd name="T4" fmla="*/ 44 w 63"/>
                <a:gd name="T5" fmla="*/ 173 h 173"/>
                <a:gd name="T6" fmla="*/ 63 w 63"/>
                <a:gd name="T7" fmla="*/ 5 h 173"/>
                <a:gd name="T8" fmla="*/ 17 w 63"/>
                <a:gd name="T9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73">
                  <a:moveTo>
                    <a:pt x="17" y="0"/>
                  </a:moveTo>
                  <a:lnTo>
                    <a:pt x="0" y="168"/>
                  </a:lnTo>
                  <a:lnTo>
                    <a:pt x="44" y="173"/>
                  </a:lnTo>
                  <a:lnTo>
                    <a:pt x="63" y="5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6" name="任意多边形: 形状 275"/>
            <p:cNvSpPr>
              <a:spLocks/>
            </p:cNvSpPr>
            <p:nvPr/>
          </p:nvSpPr>
          <p:spPr bwMode="auto">
            <a:xfrm>
              <a:off x="236538" y="4443413"/>
              <a:ext cx="230188" cy="280988"/>
            </a:xfrm>
            <a:custGeom>
              <a:avLst/>
              <a:gdLst>
                <a:gd name="T0" fmla="*/ 3 w 79"/>
                <a:gd name="T1" fmla="*/ 44 h 96"/>
                <a:gd name="T2" fmla="*/ 3 w 79"/>
                <a:gd name="T3" fmla="*/ 44 h 96"/>
                <a:gd name="T4" fmla="*/ 44 w 79"/>
                <a:gd name="T5" fmla="*/ 94 h 96"/>
                <a:gd name="T6" fmla="*/ 70 w 79"/>
                <a:gd name="T7" fmla="*/ 96 h 96"/>
                <a:gd name="T8" fmla="*/ 79 w 79"/>
                <a:gd name="T9" fmla="*/ 5 h 96"/>
                <a:gd name="T10" fmla="*/ 53 w 79"/>
                <a:gd name="T11" fmla="*/ 3 h 96"/>
                <a:gd name="T12" fmla="*/ 3 w 79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" h="96">
                  <a:moveTo>
                    <a:pt x="3" y="44"/>
                  </a:moveTo>
                  <a:cubicBezTo>
                    <a:pt x="3" y="44"/>
                    <a:pt x="3" y="44"/>
                    <a:pt x="3" y="44"/>
                  </a:cubicBezTo>
                  <a:cubicBezTo>
                    <a:pt x="0" y="69"/>
                    <a:pt x="19" y="91"/>
                    <a:pt x="44" y="94"/>
                  </a:cubicBezTo>
                  <a:cubicBezTo>
                    <a:pt x="70" y="96"/>
                    <a:pt x="70" y="96"/>
                    <a:pt x="70" y="96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8" y="0"/>
                    <a:pt x="5" y="19"/>
                    <a:pt x="3" y="44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7" name="任意多边形: 形状 276"/>
            <p:cNvSpPr>
              <a:spLocks/>
            </p:cNvSpPr>
            <p:nvPr/>
          </p:nvSpPr>
          <p:spPr bwMode="auto">
            <a:xfrm>
              <a:off x="1336676" y="4651375"/>
              <a:ext cx="168275" cy="120650"/>
            </a:xfrm>
            <a:custGeom>
              <a:avLst/>
              <a:gdLst>
                <a:gd name="T0" fmla="*/ 34 w 106"/>
                <a:gd name="T1" fmla="*/ 76 h 76"/>
                <a:gd name="T2" fmla="*/ 0 w 106"/>
                <a:gd name="T3" fmla="*/ 33 h 76"/>
                <a:gd name="T4" fmla="*/ 41 w 106"/>
                <a:gd name="T5" fmla="*/ 0 h 76"/>
                <a:gd name="T6" fmla="*/ 106 w 106"/>
                <a:gd name="T7" fmla="*/ 44 h 76"/>
                <a:gd name="T8" fmla="*/ 34 w 106"/>
                <a:gd name="T9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76">
                  <a:moveTo>
                    <a:pt x="34" y="76"/>
                  </a:moveTo>
                  <a:lnTo>
                    <a:pt x="0" y="33"/>
                  </a:lnTo>
                  <a:lnTo>
                    <a:pt x="41" y="0"/>
                  </a:lnTo>
                  <a:lnTo>
                    <a:pt x="106" y="44"/>
                  </a:lnTo>
                  <a:lnTo>
                    <a:pt x="34" y="76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8" name="任意多边形: 形状 277"/>
            <p:cNvSpPr>
              <a:spLocks/>
            </p:cNvSpPr>
            <p:nvPr/>
          </p:nvSpPr>
          <p:spPr bwMode="auto">
            <a:xfrm>
              <a:off x="584201" y="4471988"/>
              <a:ext cx="703263" cy="187325"/>
            </a:xfrm>
            <a:custGeom>
              <a:avLst/>
              <a:gdLst>
                <a:gd name="T0" fmla="*/ 375 w 443"/>
                <a:gd name="T1" fmla="*/ 118 h 118"/>
                <a:gd name="T2" fmla="*/ 0 w 443"/>
                <a:gd name="T3" fmla="*/ 82 h 118"/>
                <a:gd name="T4" fmla="*/ 7 w 443"/>
                <a:gd name="T5" fmla="*/ 0 h 118"/>
                <a:gd name="T6" fmla="*/ 443 w 443"/>
                <a:gd name="T7" fmla="*/ 43 h 118"/>
                <a:gd name="T8" fmla="*/ 375 w 443"/>
                <a:gd name="T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3" h="118">
                  <a:moveTo>
                    <a:pt x="375" y="118"/>
                  </a:moveTo>
                  <a:lnTo>
                    <a:pt x="0" y="82"/>
                  </a:lnTo>
                  <a:lnTo>
                    <a:pt x="7" y="0"/>
                  </a:lnTo>
                  <a:lnTo>
                    <a:pt x="443" y="43"/>
                  </a:lnTo>
                  <a:lnTo>
                    <a:pt x="375" y="11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9" name="任意多边形: 形状 278"/>
            <p:cNvSpPr>
              <a:spLocks/>
            </p:cNvSpPr>
            <p:nvPr/>
          </p:nvSpPr>
          <p:spPr bwMode="auto">
            <a:xfrm>
              <a:off x="569913" y="4654550"/>
              <a:ext cx="627063" cy="152400"/>
            </a:xfrm>
            <a:custGeom>
              <a:avLst/>
              <a:gdLst>
                <a:gd name="T0" fmla="*/ 352 w 395"/>
                <a:gd name="T1" fmla="*/ 33 h 96"/>
                <a:gd name="T2" fmla="*/ 5 w 395"/>
                <a:gd name="T3" fmla="*/ 0 h 96"/>
                <a:gd name="T4" fmla="*/ 0 w 395"/>
                <a:gd name="T5" fmla="*/ 55 h 96"/>
                <a:gd name="T6" fmla="*/ 395 w 395"/>
                <a:gd name="T7" fmla="*/ 96 h 96"/>
                <a:gd name="T8" fmla="*/ 352 w 395"/>
                <a:gd name="T9" fmla="*/ 33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5" h="96">
                  <a:moveTo>
                    <a:pt x="352" y="33"/>
                  </a:moveTo>
                  <a:lnTo>
                    <a:pt x="5" y="0"/>
                  </a:lnTo>
                  <a:lnTo>
                    <a:pt x="0" y="55"/>
                  </a:lnTo>
                  <a:lnTo>
                    <a:pt x="395" y="96"/>
                  </a:lnTo>
                  <a:lnTo>
                    <a:pt x="352" y="33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0" name="任意多边形: 形状 279"/>
            <p:cNvSpPr>
              <a:spLocks/>
            </p:cNvSpPr>
            <p:nvPr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1" name="任意多边形: 形状 280"/>
            <p:cNvSpPr>
              <a:spLocks/>
            </p:cNvSpPr>
            <p:nvPr/>
          </p:nvSpPr>
          <p:spPr bwMode="auto">
            <a:xfrm>
              <a:off x="1128713" y="4583113"/>
              <a:ext cx="349250" cy="266700"/>
            </a:xfrm>
            <a:custGeom>
              <a:avLst/>
              <a:gdLst>
                <a:gd name="T0" fmla="*/ 80 w 220"/>
                <a:gd name="T1" fmla="*/ 0 h 168"/>
                <a:gd name="T2" fmla="*/ 220 w 220"/>
                <a:gd name="T3" fmla="*/ 100 h 168"/>
                <a:gd name="T4" fmla="*/ 63 w 220"/>
                <a:gd name="T5" fmla="*/ 168 h 168"/>
                <a:gd name="T6" fmla="*/ 0 w 220"/>
                <a:gd name="T7" fmla="*/ 78 h 168"/>
                <a:gd name="T8" fmla="*/ 80 w 220"/>
                <a:gd name="T9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68">
                  <a:moveTo>
                    <a:pt x="80" y="0"/>
                  </a:moveTo>
                  <a:lnTo>
                    <a:pt x="220" y="100"/>
                  </a:lnTo>
                  <a:lnTo>
                    <a:pt x="63" y="168"/>
                  </a:lnTo>
                  <a:lnTo>
                    <a:pt x="0" y="78"/>
                  </a:lnTo>
                  <a:lnTo>
                    <a:pt x="80" y="0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2" name="任意多边形: 形状 281"/>
            <p:cNvSpPr>
              <a:spLocks/>
            </p:cNvSpPr>
            <p:nvPr/>
          </p:nvSpPr>
          <p:spPr bwMode="auto">
            <a:xfrm>
              <a:off x="1314451" y="4672013"/>
              <a:ext cx="63500" cy="120650"/>
            </a:xfrm>
            <a:custGeom>
              <a:avLst/>
              <a:gdLst>
                <a:gd name="T0" fmla="*/ 40 w 40"/>
                <a:gd name="T1" fmla="*/ 0 h 76"/>
                <a:gd name="T2" fmla="*/ 0 w 40"/>
                <a:gd name="T3" fmla="*/ 33 h 76"/>
                <a:gd name="T4" fmla="*/ 31 w 40"/>
                <a:gd name="T5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76">
                  <a:moveTo>
                    <a:pt x="40" y="0"/>
                  </a:moveTo>
                  <a:lnTo>
                    <a:pt x="0" y="33"/>
                  </a:lnTo>
                  <a:lnTo>
                    <a:pt x="31" y="76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3" name="任意多边形: 形状 282"/>
            <p:cNvSpPr>
              <a:spLocks/>
            </p:cNvSpPr>
            <p:nvPr/>
          </p:nvSpPr>
          <p:spPr bwMode="auto">
            <a:xfrm>
              <a:off x="449263" y="4506913"/>
              <a:ext cx="26988" cy="266700"/>
            </a:xfrm>
            <a:custGeom>
              <a:avLst/>
              <a:gdLst>
                <a:gd name="T0" fmla="*/ 0 w 17"/>
                <a:gd name="T1" fmla="*/ 168 h 168"/>
                <a:gd name="T2" fmla="*/ 17 w 17"/>
                <a:gd name="T3" fmla="*/ 0 h 168"/>
                <a:gd name="T4" fmla="*/ 0 w 17"/>
                <a:gd name="T5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168">
                  <a:moveTo>
                    <a:pt x="0" y="168"/>
                  </a:moveTo>
                  <a:lnTo>
                    <a:pt x="17" y="0"/>
                  </a:lnTo>
                  <a:lnTo>
                    <a:pt x="0" y="1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4" name="直接连接符 283"/>
            <p:cNvSpPr>
              <a:spLocks noChangeShapeType="1"/>
            </p:cNvSpPr>
            <p:nvPr/>
          </p:nvSpPr>
          <p:spPr bwMode="auto">
            <a:xfrm flipV="1">
              <a:off x="449263" y="4506913"/>
              <a:ext cx="26988" cy="266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5" name="任意多边形: 形状 284"/>
            <p:cNvSpPr>
              <a:spLocks/>
            </p:cNvSpPr>
            <p:nvPr/>
          </p:nvSpPr>
          <p:spPr bwMode="auto">
            <a:xfrm>
              <a:off x="247651" y="4492625"/>
              <a:ext cx="228600" cy="280988"/>
            </a:xfrm>
            <a:custGeom>
              <a:avLst/>
              <a:gdLst>
                <a:gd name="T0" fmla="*/ 2 w 78"/>
                <a:gd name="T1" fmla="*/ 44 h 96"/>
                <a:gd name="T2" fmla="*/ 2 w 78"/>
                <a:gd name="T3" fmla="*/ 44 h 96"/>
                <a:gd name="T4" fmla="*/ 44 w 78"/>
                <a:gd name="T5" fmla="*/ 94 h 96"/>
                <a:gd name="T6" fmla="*/ 69 w 78"/>
                <a:gd name="T7" fmla="*/ 96 h 96"/>
                <a:gd name="T8" fmla="*/ 78 w 78"/>
                <a:gd name="T9" fmla="*/ 5 h 96"/>
                <a:gd name="T10" fmla="*/ 53 w 78"/>
                <a:gd name="T11" fmla="*/ 3 h 96"/>
                <a:gd name="T12" fmla="*/ 2 w 78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96">
                  <a:moveTo>
                    <a:pt x="2" y="44"/>
                  </a:moveTo>
                  <a:cubicBezTo>
                    <a:pt x="2" y="44"/>
                    <a:pt x="2" y="44"/>
                    <a:pt x="2" y="44"/>
                  </a:cubicBezTo>
                  <a:cubicBezTo>
                    <a:pt x="0" y="69"/>
                    <a:pt x="18" y="91"/>
                    <a:pt x="44" y="94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78" y="5"/>
                    <a:pt x="78" y="5"/>
                    <a:pt x="78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7" y="0"/>
                    <a:pt x="5" y="19"/>
                    <a:pt x="2" y="44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6" name="任意多边形: 形状 285"/>
            <p:cNvSpPr>
              <a:spLocks/>
            </p:cNvSpPr>
            <p:nvPr/>
          </p:nvSpPr>
          <p:spPr bwMode="auto">
            <a:xfrm>
              <a:off x="449263" y="4773613"/>
              <a:ext cx="114300" cy="12700"/>
            </a:xfrm>
            <a:custGeom>
              <a:avLst/>
              <a:gdLst>
                <a:gd name="T0" fmla="*/ 0 w 72"/>
                <a:gd name="T1" fmla="*/ 0 h 8"/>
                <a:gd name="T2" fmla="*/ 72 w 72"/>
                <a:gd name="T3" fmla="*/ 8 h 8"/>
                <a:gd name="T4" fmla="*/ 0 w 72"/>
                <a:gd name="T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" h="8">
                  <a:moveTo>
                    <a:pt x="0" y="0"/>
                  </a:moveTo>
                  <a:lnTo>
                    <a:pt x="72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7" name="直接连接符 286"/>
            <p:cNvSpPr>
              <a:spLocks noChangeShapeType="1"/>
            </p:cNvSpPr>
            <p:nvPr/>
          </p:nvSpPr>
          <p:spPr bwMode="auto">
            <a:xfrm>
              <a:off x="449263" y="4773613"/>
              <a:ext cx="114300" cy="12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8" name="直接连接符 287"/>
            <p:cNvSpPr>
              <a:spLocks noChangeShapeType="1"/>
            </p:cNvSpPr>
            <p:nvPr/>
          </p:nvSpPr>
          <p:spPr bwMode="auto">
            <a:xfrm flipH="1" flipV="1">
              <a:off x="681038" y="4662488"/>
              <a:ext cx="447675" cy="444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9" name="直接连接符 288"/>
            <p:cNvSpPr>
              <a:spLocks noChangeShapeType="1"/>
            </p:cNvSpPr>
            <p:nvPr/>
          </p:nvSpPr>
          <p:spPr bwMode="auto">
            <a:xfrm>
              <a:off x="476251" y="4506913"/>
              <a:ext cx="117475" cy="12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0" name="任意多边形: 形状 289"/>
            <p:cNvSpPr>
              <a:spLocks/>
            </p:cNvSpPr>
            <p:nvPr/>
          </p:nvSpPr>
          <p:spPr bwMode="auto">
            <a:xfrm>
              <a:off x="9906001" y="6237288"/>
              <a:ext cx="271463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6 w 93"/>
                <a:gd name="T5" fmla="*/ 45 h 80"/>
                <a:gd name="T6" fmla="*/ 93 w 93"/>
                <a:gd name="T7" fmla="*/ 23 h 80"/>
                <a:gd name="T8" fmla="*/ 13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7"/>
                    <a:pt x="86" y="45"/>
                  </a:cubicBezTo>
                  <a:cubicBezTo>
                    <a:pt x="93" y="23"/>
                    <a:pt x="93" y="23"/>
                    <a:pt x="93" y="2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1" name="任意多边形: 形状 290"/>
            <p:cNvSpPr>
              <a:spLocks/>
            </p:cNvSpPr>
            <p:nvPr/>
          </p:nvSpPr>
          <p:spPr bwMode="auto">
            <a:xfrm>
              <a:off x="9944101" y="6137275"/>
              <a:ext cx="266700" cy="166688"/>
            </a:xfrm>
            <a:custGeom>
              <a:avLst/>
              <a:gdLst>
                <a:gd name="T0" fmla="*/ 168 w 168"/>
                <a:gd name="T1" fmla="*/ 44 h 105"/>
                <a:gd name="T2" fmla="*/ 147 w 168"/>
                <a:gd name="T3" fmla="*/ 105 h 105"/>
                <a:gd name="T4" fmla="*/ 0 w 168"/>
                <a:gd name="T5" fmla="*/ 63 h 105"/>
                <a:gd name="T6" fmla="*/ 20 w 168"/>
                <a:gd name="T7" fmla="*/ 0 h 105"/>
                <a:gd name="T8" fmla="*/ 168 w 168"/>
                <a:gd name="T9" fmla="*/ 44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8" h="105">
                  <a:moveTo>
                    <a:pt x="168" y="44"/>
                  </a:moveTo>
                  <a:lnTo>
                    <a:pt x="147" y="105"/>
                  </a:lnTo>
                  <a:lnTo>
                    <a:pt x="0" y="63"/>
                  </a:lnTo>
                  <a:lnTo>
                    <a:pt x="20" y="0"/>
                  </a:lnTo>
                  <a:lnTo>
                    <a:pt x="168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2" name="任意多边形: 形状 291"/>
            <p:cNvSpPr>
              <a:spLocks/>
            </p:cNvSpPr>
            <p:nvPr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  <a:gd name="T8" fmla="*/ 258 w 258"/>
                <a:gd name="T9" fmla="*/ 44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  <a:lnTo>
                    <a:pt x="258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3" name="任意多边形: 形状 292"/>
            <p:cNvSpPr>
              <a:spLocks/>
            </p:cNvSpPr>
            <p:nvPr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4" name="任意多边形: 形状 293"/>
            <p:cNvSpPr>
              <a:spLocks/>
            </p:cNvSpPr>
            <p:nvPr/>
          </p:nvSpPr>
          <p:spPr bwMode="auto">
            <a:xfrm>
              <a:off x="10152063" y="5399088"/>
              <a:ext cx="233363" cy="298450"/>
            </a:xfrm>
            <a:custGeom>
              <a:avLst/>
              <a:gdLst>
                <a:gd name="T0" fmla="*/ 0 w 147"/>
                <a:gd name="T1" fmla="*/ 105 h 188"/>
                <a:gd name="T2" fmla="*/ 112 w 147"/>
                <a:gd name="T3" fmla="*/ 0 h 188"/>
                <a:gd name="T4" fmla="*/ 147 w 147"/>
                <a:gd name="T5" fmla="*/ 149 h 188"/>
                <a:gd name="T6" fmla="*/ 55 w 147"/>
                <a:gd name="T7" fmla="*/ 188 h 188"/>
                <a:gd name="T8" fmla="*/ 0 w 147"/>
                <a:gd name="T9" fmla="*/ 10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188">
                  <a:moveTo>
                    <a:pt x="0" y="105"/>
                  </a:moveTo>
                  <a:lnTo>
                    <a:pt x="112" y="0"/>
                  </a:lnTo>
                  <a:lnTo>
                    <a:pt x="147" y="149"/>
                  </a:lnTo>
                  <a:lnTo>
                    <a:pt x="55" y="188"/>
                  </a:lnTo>
                  <a:lnTo>
                    <a:pt x="0" y="1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5" name="任意多边形: 形状 294"/>
            <p:cNvSpPr>
              <a:spLocks/>
            </p:cNvSpPr>
            <p:nvPr/>
          </p:nvSpPr>
          <p:spPr bwMode="auto">
            <a:xfrm>
              <a:off x="9906001" y="6148388"/>
              <a:ext cx="254000" cy="131763"/>
            </a:xfrm>
            <a:custGeom>
              <a:avLst/>
              <a:gdLst>
                <a:gd name="T0" fmla="*/ 0 w 160"/>
                <a:gd name="T1" fmla="*/ 39 h 83"/>
                <a:gd name="T2" fmla="*/ 147 w 160"/>
                <a:gd name="T3" fmla="*/ 83 h 83"/>
                <a:gd name="T4" fmla="*/ 160 w 160"/>
                <a:gd name="T5" fmla="*/ 45 h 83"/>
                <a:gd name="T6" fmla="*/ 13 w 160"/>
                <a:gd name="T7" fmla="*/ 0 h 83"/>
                <a:gd name="T8" fmla="*/ 0 w 160"/>
                <a:gd name="T9" fmla="*/ 3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" h="83">
                  <a:moveTo>
                    <a:pt x="0" y="39"/>
                  </a:moveTo>
                  <a:lnTo>
                    <a:pt x="147" y="83"/>
                  </a:lnTo>
                  <a:lnTo>
                    <a:pt x="160" y="45"/>
                  </a:lnTo>
                  <a:lnTo>
                    <a:pt x="13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6" name="任意多边形: 形状 295"/>
            <p:cNvSpPr>
              <a:spLocks/>
            </p:cNvSpPr>
            <p:nvPr/>
          </p:nvSpPr>
          <p:spPr bwMode="auto">
            <a:xfrm>
              <a:off x="9858376" y="6237288"/>
              <a:ext cx="273050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7 w 93"/>
                <a:gd name="T5" fmla="*/ 46 h 80"/>
                <a:gd name="T6" fmla="*/ 93 w 93"/>
                <a:gd name="T7" fmla="*/ 24 h 80"/>
                <a:gd name="T8" fmla="*/ 14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8"/>
                    <a:pt x="87" y="46"/>
                  </a:cubicBezTo>
                  <a:cubicBezTo>
                    <a:pt x="93" y="24"/>
                    <a:pt x="93" y="24"/>
                    <a:pt x="93" y="24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7" name="任意多边形: 形状 296"/>
            <p:cNvSpPr>
              <a:spLocks/>
            </p:cNvSpPr>
            <p:nvPr/>
          </p:nvSpPr>
          <p:spPr bwMode="auto">
            <a:xfrm>
              <a:off x="10236201" y="5372100"/>
              <a:ext cx="106363" cy="141288"/>
            </a:xfrm>
            <a:custGeom>
              <a:avLst/>
              <a:gdLst>
                <a:gd name="T0" fmla="*/ 67 w 67"/>
                <a:gd name="T1" fmla="*/ 68 h 89"/>
                <a:gd name="T2" fmla="*/ 24 w 67"/>
                <a:gd name="T3" fmla="*/ 89 h 89"/>
                <a:gd name="T4" fmla="*/ 0 w 67"/>
                <a:gd name="T5" fmla="*/ 48 h 89"/>
                <a:gd name="T6" fmla="*/ 50 w 67"/>
                <a:gd name="T7" fmla="*/ 0 h 89"/>
                <a:gd name="T8" fmla="*/ 67 w 67"/>
                <a:gd name="T9" fmla="*/ 68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89">
                  <a:moveTo>
                    <a:pt x="67" y="68"/>
                  </a:moveTo>
                  <a:lnTo>
                    <a:pt x="24" y="89"/>
                  </a:lnTo>
                  <a:lnTo>
                    <a:pt x="0" y="48"/>
                  </a:lnTo>
                  <a:lnTo>
                    <a:pt x="50" y="0"/>
                  </a:lnTo>
                  <a:lnTo>
                    <a:pt x="67" y="68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8" name="任意多边形: 形状 297"/>
            <p:cNvSpPr>
              <a:spLocks/>
            </p:cNvSpPr>
            <p:nvPr/>
          </p:nvSpPr>
          <p:spPr bwMode="auto">
            <a:xfrm>
              <a:off x="9931401" y="5530850"/>
              <a:ext cx="273050" cy="627063"/>
            </a:xfrm>
            <a:custGeom>
              <a:avLst/>
              <a:gdLst>
                <a:gd name="T0" fmla="*/ 172 w 172"/>
                <a:gd name="T1" fmla="*/ 74 h 395"/>
                <a:gd name="T2" fmla="*/ 72 w 172"/>
                <a:gd name="T3" fmla="*/ 395 h 395"/>
                <a:gd name="T4" fmla="*/ 0 w 172"/>
                <a:gd name="T5" fmla="*/ 375 h 395"/>
                <a:gd name="T6" fmla="*/ 117 w 172"/>
                <a:gd name="T7" fmla="*/ 0 h 395"/>
                <a:gd name="T8" fmla="*/ 172 w 172"/>
                <a:gd name="T9" fmla="*/ 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2" h="395">
                  <a:moveTo>
                    <a:pt x="172" y="74"/>
                  </a:moveTo>
                  <a:lnTo>
                    <a:pt x="72" y="395"/>
                  </a:lnTo>
                  <a:lnTo>
                    <a:pt x="0" y="375"/>
                  </a:lnTo>
                  <a:lnTo>
                    <a:pt x="117" y="0"/>
                  </a:lnTo>
                  <a:lnTo>
                    <a:pt x="172" y="74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9" name="任意多边形: 形状 298"/>
            <p:cNvSpPr>
              <a:spLocks/>
            </p:cNvSpPr>
            <p:nvPr/>
          </p:nvSpPr>
          <p:spPr bwMode="auto">
            <a:xfrm>
              <a:off x="10093326" y="5656263"/>
              <a:ext cx="242888" cy="539750"/>
            </a:xfrm>
            <a:custGeom>
              <a:avLst/>
              <a:gdLst>
                <a:gd name="T0" fmla="*/ 92 w 153"/>
                <a:gd name="T1" fmla="*/ 26 h 340"/>
                <a:gd name="T2" fmla="*/ 0 w 153"/>
                <a:gd name="T3" fmla="*/ 325 h 340"/>
                <a:gd name="T4" fmla="*/ 50 w 153"/>
                <a:gd name="T5" fmla="*/ 340 h 340"/>
                <a:gd name="T6" fmla="*/ 153 w 153"/>
                <a:gd name="T7" fmla="*/ 0 h 340"/>
                <a:gd name="T8" fmla="*/ 92 w 153"/>
                <a:gd name="T9" fmla="*/ 26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" h="340">
                  <a:moveTo>
                    <a:pt x="92" y="26"/>
                  </a:moveTo>
                  <a:lnTo>
                    <a:pt x="0" y="325"/>
                  </a:lnTo>
                  <a:lnTo>
                    <a:pt x="50" y="340"/>
                  </a:lnTo>
                  <a:lnTo>
                    <a:pt x="153" y="0"/>
                  </a:lnTo>
                  <a:lnTo>
                    <a:pt x="92" y="26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0" name="任意多边形: 形状 299"/>
            <p:cNvSpPr>
              <a:spLocks/>
            </p:cNvSpPr>
            <p:nvPr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1" name="任意多边形: 形状 300"/>
            <p:cNvSpPr>
              <a:spLocks/>
            </p:cNvSpPr>
            <p:nvPr/>
          </p:nvSpPr>
          <p:spPr bwMode="auto">
            <a:xfrm>
              <a:off x="10152063" y="5399088"/>
              <a:ext cx="233363" cy="298450"/>
            </a:xfrm>
            <a:custGeom>
              <a:avLst/>
              <a:gdLst>
                <a:gd name="T0" fmla="*/ 0 w 147"/>
                <a:gd name="T1" fmla="*/ 105 h 188"/>
                <a:gd name="T2" fmla="*/ 112 w 147"/>
                <a:gd name="T3" fmla="*/ 0 h 188"/>
                <a:gd name="T4" fmla="*/ 147 w 147"/>
                <a:gd name="T5" fmla="*/ 149 h 188"/>
                <a:gd name="T6" fmla="*/ 55 w 147"/>
                <a:gd name="T7" fmla="*/ 188 h 188"/>
                <a:gd name="T8" fmla="*/ 0 w 147"/>
                <a:gd name="T9" fmla="*/ 10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188">
                  <a:moveTo>
                    <a:pt x="0" y="105"/>
                  </a:moveTo>
                  <a:lnTo>
                    <a:pt x="112" y="0"/>
                  </a:lnTo>
                  <a:lnTo>
                    <a:pt x="147" y="149"/>
                  </a:lnTo>
                  <a:lnTo>
                    <a:pt x="55" y="188"/>
                  </a:lnTo>
                  <a:lnTo>
                    <a:pt x="0" y="105"/>
                  </a:lnTo>
                  <a:close/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2" name="任意多边形: 形状 301"/>
            <p:cNvSpPr>
              <a:spLocks/>
            </p:cNvSpPr>
            <p:nvPr/>
          </p:nvSpPr>
          <p:spPr bwMode="auto">
            <a:xfrm>
              <a:off x="10248901" y="5475288"/>
              <a:ext cx="104775" cy="63500"/>
            </a:xfrm>
            <a:custGeom>
              <a:avLst/>
              <a:gdLst>
                <a:gd name="T0" fmla="*/ 0 w 66"/>
                <a:gd name="T1" fmla="*/ 0 h 40"/>
                <a:gd name="T2" fmla="*/ 24 w 66"/>
                <a:gd name="T3" fmla="*/ 40 h 40"/>
                <a:gd name="T4" fmla="*/ 66 w 66"/>
                <a:gd name="T5" fmla="*/ 1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6" h="40">
                  <a:moveTo>
                    <a:pt x="0" y="0"/>
                  </a:moveTo>
                  <a:lnTo>
                    <a:pt x="24" y="40"/>
                  </a:lnTo>
                  <a:lnTo>
                    <a:pt x="66" y="18"/>
                  </a:lnTo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3" name="任意多边形: 形状 302"/>
            <p:cNvSpPr>
              <a:spLocks/>
            </p:cNvSpPr>
            <p:nvPr/>
          </p:nvSpPr>
          <p:spPr bwMode="auto">
            <a:xfrm>
              <a:off x="9944101" y="6237288"/>
              <a:ext cx="233363" cy="66675"/>
            </a:xfrm>
            <a:custGeom>
              <a:avLst/>
              <a:gdLst>
                <a:gd name="T0" fmla="*/ 147 w 147"/>
                <a:gd name="T1" fmla="*/ 42 h 42"/>
                <a:gd name="T2" fmla="*/ 0 w 147"/>
                <a:gd name="T3" fmla="*/ 0 h 42"/>
                <a:gd name="T4" fmla="*/ 147 w 147"/>
                <a:gd name="T5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7" h="42">
                  <a:moveTo>
                    <a:pt x="147" y="42"/>
                  </a:moveTo>
                  <a:lnTo>
                    <a:pt x="0" y="0"/>
                  </a:lnTo>
                  <a:lnTo>
                    <a:pt x="147" y="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4" name="直接连接符 303"/>
            <p:cNvSpPr>
              <a:spLocks noChangeShapeType="1"/>
            </p:cNvSpPr>
            <p:nvPr/>
          </p:nvSpPr>
          <p:spPr bwMode="auto">
            <a:xfrm flipH="1" flipV="1">
              <a:off x="9944101" y="6237288"/>
              <a:ext cx="233363" cy="66675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5" name="任意多边形: 形状 304"/>
            <p:cNvSpPr>
              <a:spLocks/>
            </p:cNvSpPr>
            <p:nvPr/>
          </p:nvSpPr>
          <p:spPr bwMode="auto">
            <a:xfrm>
              <a:off x="9906001" y="6237288"/>
              <a:ext cx="271463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6 w 93"/>
                <a:gd name="T5" fmla="*/ 45 h 80"/>
                <a:gd name="T6" fmla="*/ 93 w 93"/>
                <a:gd name="T7" fmla="*/ 23 h 80"/>
                <a:gd name="T8" fmla="*/ 13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7"/>
                    <a:pt x="86" y="45"/>
                  </a:cubicBezTo>
                  <a:cubicBezTo>
                    <a:pt x="93" y="23"/>
                    <a:pt x="93" y="23"/>
                    <a:pt x="93" y="2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6" name="任意多边形: 形状 305"/>
            <p:cNvSpPr>
              <a:spLocks/>
            </p:cNvSpPr>
            <p:nvPr/>
          </p:nvSpPr>
          <p:spPr bwMode="auto">
            <a:xfrm>
              <a:off x="10177463" y="6207125"/>
              <a:ext cx="33338" cy="96838"/>
            </a:xfrm>
            <a:custGeom>
              <a:avLst/>
              <a:gdLst>
                <a:gd name="T0" fmla="*/ 0 w 21"/>
                <a:gd name="T1" fmla="*/ 61 h 61"/>
                <a:gd name="T2" fmla="*/ 21 w 21"/>
                <a:gd name="T3" fmla="*/ 0 h 61"/>
                <a:gd name="T4" fmla="*/ 0 w 21"/>
                <a:gd name="T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61">
                  <a:moveTo>
                    <a:pt x="0" y="61"/>
                  </a:moveTo>
                  <a:lnTo>
                    <a:pt x="21" y="0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7" name="直接连接符 306"/>
            <p:cNvSpPr>
              <a:spLocks noChangeShapeType="1"/>
            </p:cNvSpPr>
            <p:nvPr/>
          </p:nvSpPr>
          <p:spPr bwMode="auto">
            <a:xfrm flipV="1">
              <a:off x="10177463" y="6207125"/>
              <a:ext cx="33338" cy="96838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8" name="直接连接符 307"/>
            <p:cNvSpPr>
              <a:spLocks noChangeShapeType="1"/>
            </p:cNvSpPr>
            <p:nvPr/>
          </p:nvSpPr>
          <p:spPr bwMode="auto">
            <a:xfrm flipH="1">
              <a:off x="10118726" y="5697538"/>
              <a:ext cx="120650" cy="387350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9" name="直接连接符 308"/>
            <p:cNvSpPr>
              <a:spLocks noChangeShapeType="1"/>
            </p:cNvSpPr>
            <p:nvPr/>
          </p:nvSpPr>
          <p:spPr bwMode="auto">
            <a:xfrm flipV="1">
              <a:off x="9944101" y="6137275"/>
              <a:ext cx="31750" cy="100013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0" name="任意多边形: 形状 309"/>
            <p:cNvSpPr>
              <a:spLocks/>
            </p:cNvSpPr>
            <p:nvPr/>
          </p:nvSpPr>
          <p:spPr bwMode="auto">
            <a:xfrm>
              <a:off x="5100638" y="542766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1 h 187"/>
                <a:gd name="T4" fmla="*/ 179 w 227"/>
                <a:gd name="T5" fmla="*/ 0 h 187"/>
                <a:gd name="T6" fmla="*/ 0 w 227"/>
                <a:gd name="T7" fmla="*/ 107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1"/>
                  </a:lnTo>
                  <a:lnTo>
                    <a:pt x="179" y="0"/>
                  </a:lnTo>
                  <a:lnTo>
                    <a:pt x="0" y="107"/>
                  </a:lnTo>
                  <a:lnTo>
                    <a:pt x="50" y="1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1" name="任意多边形: 形状 310"/>
            <p:cNvSpPr>
              <a:spLocks/>
            </p:cNvSpPr>
            <p:nvPr/>
          </p:nvSpPr>
          <p:spPr bwMode="auto">
            <a:xfrm>
              <a:off x="5048251" y="545941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0 h 187"/>
                <a:gd name="T4" fmla="*/ 179 w 227"/>
                <a:gd name="T5" fmla="*/ 0 h 187"/>
                <a:gd name="T6" fmla="*/ 0 w 227"/>
                <a:gd name="T7" fmla="*/ 106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0"/>
                  </a:lnTo>
                  <a:lnTo>
                    <a:pt x="179" y="0"/>
                  </a:lnTo>
                  <a:lnTo>
                    <a:pt x="0" y="106"/>
                  </a:lnTo>
                  <a:lnTo>
                    <a:pt x="50" y="187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2" name="任意多边形: 形状 311"/>
            <p:cNvSpPr>
              <a:spLocks/>
            </p:cNvSpPr>
            <p:nvPr/>
          </p:nvSpPr>
          <p:spPr bwMode="auto">
            <a:xfrm>
              <a:off x="5272088" y="5610225"/>
              <a:ext cx="146050" cy="134938"/>
            </a:xfrm>
            <a:custGeom>
              <a:avLst/>
              <a:gdLst>
                <a:gd name="T0" fmla="*/ 27 w 92"/>
                <a:gd name="T1" fmla="*/ 85 h 85"/>
                <a:gd name="T2" fmla="*/ 92 w 92"/>
                <a:gd name="T3" fmla="*/ 48 h 85"/>
                <a:gd name="T4" fmla="*/ 62 w 92"/>
                <a:gd name="T5" fmla="*/ 0 h 85"/>
                <a:gd name="T6" fmla="*/ 0 w 92"/>
                <a:gd name="T7" fmla="*/ 38 h 85"/>
                <a:gd name="T8" fmla="*/ 27 w 92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85">
                  <a:moveTo>
                    <a:pt x="27" y="85"/>
                  </a:moveTo>
                  <a:lnTo>
                    <a:pt x="92" y="48"/>
                  </a:lnTo>
                  <a:lnTo>
                    <a:pt x="62" y="0"/>
                  </a:lnTo>
                  <a:lnTo>
                    <a:pt x="0" y="38"/>
                  </a:lnTo>
                  <a:lnTo>
                    <a:pt x="27" y="8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3" name="任意多边形: 形状 312"/>
            <p:cNvSpPr>
              <a:spLocks/>
            </p:cNvSpPr>
            <p:nvPr/>
          </p:nvSpPr>
          <p:spPr bwMode="auto">
            <a:xfrm>
              <a:off x="5224463" y="5843588"/>
              <a:ext cx="800100" cy="533400"/>
            </a:xfrm>
            <a:custGeom>
              <a:avLst/>
              <a:gdLst>
                <a:gd name="T0" fmla="*/ 11 w 504"/>
                <a:gd name="T1" fmla="*/ 242 h 336"/>
                <a:gd name="T2" fmla="*/ 214 w 504"/>
                <a:gd name="T3" fmla="*/ 122 h 336"/>
                <a:gd name="T4" fmla="*/ 415 w 504"/>
                <a:gd name="T5" fmla="*/ 0 h 336"/>
                <a:gd name="T6" fmla="*/ 504 w 504"/>
                <a:gd name="T7" fmla="*/ 35 h 336"/>
                <a:gd name="T8" fmla="*/ 253 w 504"/>
                <a:gd name="T9" fmla="*/ 185 h 336"/>
                <a:gd name="T10" fmla="*/ 0 w 504"/>
                <a:gd name="T11" fmla="*/ 336 h 336"/>
                <a:gd name="T12" fmla="*/ 11 w 504"/>
                <a:gd name="T13" fmla="*/ 242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4" h="336">
                  <a:moveTo>
                    <a:pt x="11" y="242"/>
                  </a:moveTo>
                  <a:lnTo>
                    <a:pt x="214" y="122"/>
                  </a:lnTo>
                  <a:lnTo>
                    <a:pt x="415" y="0"/>
                  </a:lnTo>
                  <a:lnTo>
                    <a:pt x="504" y="35"/>
                  </a:lnTo>
                  <a:lnTo>
                    <a:pt x="253" y="185"/>
                  </a:lnTo>
                  <a:lnTo>
                    <a:pt x="0" y="336"/>
                  </a:lnTo>
                  <a:lnTo>
                    <a:pt x="11" y="2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4" name="任意多边形: 形状 313"/>
            <p:cNvSpPr>
              <a:spLocks/>
            </p:cNvSpPr>
            <p:nvPr/>
          </p:nvSpPr>
          <p:spPr bwMode="auto">
            <a:xfrm>
              <a:off x="5154613" y="5888038"/>
              <a:ext cx="798513" cy="530225"/>
            </a:xfrm>
            <a:custGeom>
              <a:avLst/>
              <a:gdLst>
                <a:gd name="T0" fmla="*/ 11 w 503"/>
                <a:gd name="T1" fmla="*/ 240 h 334"/>
                <a:gd name="T2" fmla="*/ 214 w 503"/>
                <a:gd name="T3" fmla="*/ 120 h 334"/>
                <a:gd name="T4" fmla="*/ 415 w 503"/>
                <a:gd name="T5" fmla="*/ 0 h 334"/>
                <a:gd name="T6" fmla="*/ 503 w 503"/>
                <a:gd name="T7" fmla="*/ 33 h 334"/>
                <a:gd name="T8" fmla="*/ 253 w 503"/>
                <a:gd name="T9" fmla="*/ 185 h 334"/>
                <a:gd name="T10" fmla="*/ 0 w 503"/>
                <a:gd name="T11" fmla="*/ 334 h 334"/>
                <a:gd name="T12" fmla="*/ 11 w 503"/>
                <a:gd name="T13" fmla="*/ 240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3" h="334">
                  <a:moveTo>
                    <a:pt x="11" y="240"/>
                  </a:moveTo>
                  <a:lnTo>
                    <a:pt x="214" y="120"/>
                  </a:lnTo>
                  <a:lnTo>
                    <a:pt x="415" y="0"/>
                  </a:lnTo>
                  <a:lnTo>
                    <a:pt x="503" y="33"/>
                  </a:lnTo>
                  <a:lnTo>
                    <a:pt x="253" y="185"/>
                  </a:lnTo>
                  <a:lnTo>
                    <a:pt x="0" y="334"/>
                  </a:lnTo>
                  <a:lnTo>
                    <a:pt x="11" y="240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5" name="任意多边形: 形状 314"/>
            <p:cNvSpPr>
              <a:spLocks/>
            </p:cNvSpPr>
            <p:nvPr/>
          </p:nvSpPr>
          <p:spPr bwMode="auto">
            <a:xfrm>
              <a:off x="4486276" y="4845050"/>
              <a:ext cx="881063" cy="1223963"/>
            </a:xfrm>
            <a:custGeom>
              <a:avLst/>
              <a:gdLst>
                <a:gd name="T0" fmla="*/ 301 w 301"/>
                <a:gd name="T1" fmla="*/ 379 h 418"/>
                <a:gd name="T2" fmla="*/ 87 w 301"/>
                <a:gd name="T3" fmla="*/ 241 h 418"/>
                <a:gd name="T4" fmla="*/ 117 w 301"/>
                <a:gd name="T5" fmla="*/ 36 h 418"/>
                <a:gd name="T6" fmla="*/ 180 w 301"/>
                <a:gd name="T7" fmla="*/ 0 h 418"/>
                <a:gd name="T8" fmla="*/ 33 w 301"/>
                <a:gd name="T9" fmla="*/ 263 h 418"/>
                <a:gd name="T10" fmla="*/ 234 w 301"/>
                <a:gd name="T11" fmla="*/ 418 h 418"/>
                <a:gd name="T12" fmla="*/ 301 w 301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1" h="418">
                  <a:moveTo>
                    <a:pt x="301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60" y="169"/>
                    <a:pt x="74" y="92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3"/>
                  </a:cubicBezTo>
                  <a:cubicBezTo>
                    <a:pt x="59" y="355"/>
                    <a:pt x="143" y="415"/>
                    <a:pt x="234" y="418"/>
                  </a:cubicBezTo>
                  <a:lnTo>
                    <a:pt x="301" y="3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6" name="任意多边形: 形状 315"/>
            <p:cNvSpPr>
              <a:spLocks/>
            </p:cNvSpPr>
            <p:nvPr/>
          </p:nvSpPr>
          <p:spPr bwMode="auto">
            <a:xfrm>
              <a:off x="4416426" y="4886325"/>
              <a:ext cx="877888" cy="1223963"/>
            </a:xfrm>
            <a:custGeom>
              <a:avLst/>
              <a:gdLst>
                <a:gd name="T0" fmla="*/ 300 w 300"/>
                <a:gd name="T1" fmla="*/ 379 h 418"/>
                <a:gd name="T2" fmla="*/ 87 w 300"/>
                <a:gd name="T3" fmla="*/ 241 h 418"/>
                <a:gd name="T4" fmla="*/ 117 w 300"/>
                <a:gd name="T5" fmla="*/ 36 h 418"/>
                <a:gd name="T6" fmla="*/ 180 w 300"/>
                <a:gd name="T7" fmla="*/ 0 h 418"/>
                <a:gd name="T8" fmla="*/ 33 w 300"/>
                <a:gd name="T9" fmla="*/ 264 h 418"/>
                <a:gd name="T10" fmla="*/ 234 w 300"/>
                <a:gd name="T11" fmla="*/ 418 h 418"/>
                <a:gd name="T12" fmla="*/ 300 w 300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0" h="418">
                  <a:moveTo>
                    <a:pt x="300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59" y="170"/>
                    <a:pt x="73" y="93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4"/>
                  </a:cubicBezTo>
                  <a:cubicBezTo>
                    <a:pt x="59" y="355"/>
                    <a:pt x="143" y="416"/>
                    <a:pt x="234" y="418"/>
                  </a:cubicBezTo>
                  <a:lnTo>
                    <a:pt x="300" y="379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7" name="任意多边形: 形状 316"/>
            <p:cNvSpPr>
              <a:spLocks/>
            </p:cNvSpPr>
            <p:nvPr/>
          </p:nvSpPr>
          <p:spPr bwMode="auto">
            <a:xfrm>
              <a:off x="4486276" y="4845050"/>
              <a:ext cx="881063" cy="1223963"/>
            </a:xfrm>
            <a:custGeom>
              <a:avLst/>
              <a:gdLst>
                <a:gd name="T0" fmla="*/ 301 w 301"/>
                <a:gd name="T1" fmla="*/ 379 h 418"/>
                <a:gd name="T2" fmla="*/ 87 w 301"/>
                <a:gd name="T3" fmla="*/ 241 h 418"/>
                <a:gd name="T4" fmla="*/ 117 w 301"/>
                <a:gd name="T5" fmla="*/ 36 h 418"/>
                <a:gd name="T6" fmla="*/ 180 w 301"/>
                <a:gd name="T7" fmla="*/ 0 h 418"/>
                <a:gd name="T8" fmla="*/ 33 w 301"/>
                <a:gd name="T9" fmla="*/ 263 h 418"/>
                <a:gd name="T10" fmla="*/ 234 w 301"/>
                <a:gd name="T11" fmla="*/ 418 h 418"/>
                <a:gd name="T12" fmla="*/ 301 w 301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1" h="418">
                  <a:moveTo>
                    <a:pt x="301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60" y="169"/>
                    <a:pt x="74" y="92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3"/>
                  </a:cubicBezTo>
                  <a:cubicBezTo>
                    <a:pt x="59" y="355"/>
                    <a:pt x="143" y="415"/>
                    <a:pt x="234" y="418"/>
                  </a:cubicBezTo>
                  <a:lnTo>
                    <a:pt x="301" y="379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8" name="任意多边形: 形状 317"/>
            <p:cNvSpPr>
              <a:spLocks/>
            </p:cNvSpPr>
            <p:nvPr/>
          </p:nvSpPr>
          <p:spPr bwMode="auto">
            <a:xfrm>
              <a:off x="5100638" y="542766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1 h 187"/>
                <a:gd name="T4" fmla="*/ 179 w 227"/>
                <a:gd name="T5" fmla="*/ 0 h 187"/>
                <a:gd name="T6" fmla="*/ 0 w 227"/>
                <a:gd name="T7" fmla="*/ 107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1"/>
                  </a:lnTo>
                  <a:lnTo>
                    <a:pt x="179" y="0"/>
                  </a:lnTo>
                  <a:lnTo>
                    <a:pt x="0" y="107"/>
                  </a:lnTo>
                  <a:lnTo>
                    <a:pt x="50" y="187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9" name="任意多边形: 形状 318"/>
            <p:cNvSpPr>
              <a:spLocks/>
            </p:cNvSpPr>
            <p:nvPr/>
          </p:nvSpPr>
          <p:spPr bwMode="auto">
            <a:xfrm>
              <a:off x="5272088" y="5610225"/>
              <a:ext cx="146050" cy="134938"/>
            </a:xfrm>
            <a:custGeom>
              <a:avLst/>
              <a:gdLst>
                <a:gd name="T0" fmla="*/ 27 w 92"/>
                <a:gd name="T1" fmla="*/ 85 h 85"/>
                <a:gd name="T2" fmla="*/ 92 w 92"/>
                <a:gd name="T3" fmla="*/ 48 h 85"/>
                <a:gd name="T4" fmla="*/ 62 w 92"/>
                <a:gd name="T5" fmla="*/ 0 h 85"/>
                <a:gd name="T6" fmla="*/ 0 w 92"/>
                <a:gd name="T7" fmla="*/ 38 h 85"/>
                <a:gd name="T8" fmla="*/ 27 w 92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85">
                  <a:moveTo>
                    <a:pt x="27" y="85"/>
                  </a:moveTo>
                  <a:lnTo>
                    <a:pt x="92" y="48"/>
                  </a:lnTo>
                  <a:lnTo>
                    <a:pt x="62" y="0"/>
                  </a:lnTo>
                  <a:lnTo>
                    <a:pt x="0" y="38"/>
                  </a:lnTo>
                  <a:lnTo>
                    <a:pt x="27" y="85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0" name="任意多边形: 形状 319"/>
            <p:cNvSpPr>
              <a:spLocks/>
            </p:cNvSpPr>
            <p:nvPr/>
          </p:nvSpPr>
          <p:spPr bwMode="auto">
            <a:xfrm>
              <a:off x="5138738" y="5662613"/>
              <a:ext cx="668338" cy="454025"/>
            </a:xfrm>
            <a:custGeom>
              <a:avLst/>
              <a:gdLst>
                <a:gd name="T0" fmla="*/ 34 w 421"/>
                <a:gd name="T1" fmla="*/ 286 h 286"/>
                <a:gd name="T2" fmla="*/ 421 w 421"/>
                <a:gd name="T3" fmla="*/ 55 h 286"/>
                <a:gd name="T4" fmla="*/ 388 w 421"/>
                <a:gd name="T5" fmla="*/ 0 h 286"/>
                <a:gd name="T6" fmla="*/ 0 w 421"/>
                <a:gd name="T7" fmla="*/ 231 h 286"/>
                <a:gd name="T8" fmla="*/ 34 w 421"/>
                <a:gd name="T9" fmla="*/ 28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1" h="286">
                  <a:moveTo>
                    <a:pt x="34" y="286"/>
                  </a:moveTo>
                  <a:lnTo>
                    <a:pt x="421" y="55"/>
                  </a:lnTo>
                  <a:lnTo>
                    <a:pt x="388" y="0"/>
                  </a:lnTo>
                  <a:lnTo>
                    <a:pt x="0" y="231"/>
                  </a:lnTo>
                  <a:lnTo>
                    <a:pt x="34" y="286"/>
                  </a:ln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1" name="任意多边形: 形状 320"/>
            <p:cNvSpPr>
              <a:spLocks/>
            </p:cNvSpPr>
            <p:nvPr/>
          </p:nvSpPr>
          <p:spPr bwMode="auto">
            <a:xfrm>
              <a:off x="5411788" y="5881688"/>
              <a:ext cx="239713" cy="207963"/>
            </a:xfrm>
            <a:custGeom>
              <a:avLst/>
              <a:gdLst>
                <a:gd name="T0" fmla="*/ 39 w 151"/>
                <a:gd name="T1" fmla="*/ 131 h 131"/>
                <a:gd name="T2" fmla="*/ 151 w 151"/>
                <a:gd name="T3" fmla="*/ 65 h 131"/>
                <a:gd name="T4" fmla="*/ 113 w 151"/>
                <a:gd name="T5" fmla="*/ 0 h 131"/>
                <a:gd name="T6" fmla="*/ 0 w 151"/>
                <a:gd name="T7" fmla="*/ 67 h 131"/>
                <a:gd name="T8" fmla="*/ 39 w 151"/>
                <a:gd name="T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1">
                  <a:moveTo>
                    <a:pt x="39" y="131"/>
                  </a:moveTo>
                  <a:lnTo>
                    <a:pt x="151" y="65"/>
                  </a:lnTo>
                  <a:lnTo>
                    <a:pt x="113" y="0"/>
                  </a:lnTo>
                  <a:lnTo>
                    <a:pt x="0" y="67"/>
                  </a:lnTo>
                  <a:lnTo>
                    <a:pt x="39" y="1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2" name="任意多边形: 形状 321"/>
            <p:cNvSpPr>
              <a:spLocks/>
            </p:cNvSpPr>
            <p:nvPr/>
          </p:nvSpPr>
          <p:spPr bwMode="auto">
            <a:xfrm>
              <a:off x="5359401" y="5911850"/>
              <a:ext cx="239713" cy="211138"/>
            </a:xfrm>
            <a:custGeom>
              <a:avLst/>
              <a:gdLst>
                <a:gd name="T0" fmla="*/ 39 w 151"/>
                <a:gd name="T1" fmla="*/ 133 h 133"/>
                <a:gd name="T2" fmla="*/ 151 w 151"/>
                <a:gd name="T3" fmla="*/ 64 h 133"/>
                <a:gd name="T4" fmla="*/ 112 w 151"/>
                <a:gd name="T5" fmla="*/ 0 h 133"/>
                <a:gd name="T6" fmla="*/ 0 w 151"/>
                <a:gd name="T7" fmla="*/ 68 h 133"/>
                <a:gd name="T8" fmla="*/ 39 w 151"/>
                <a:gd name="T9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3">
                  <a:moveTo>
                    <a:pt x="39" y="133"/>
                  </a:moveTo>
                  <a:lnTo>
                    <a:pt x="151" y="64"/>
                  </a:lnTo>
                  <a:lnTo>
                    <a:pt x="112" y="0"/>
                  </a:lnTo>
                  <a:lnTo>
                    <a:pt x="0" y="68"/>
                  </a:lnTo>
                  <a:lnTo>
                    <a:pt x="39" y="13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3" name="任意多边形: 形状 322"/>
            <p:cNvSpPr>
              <a:spLocks/>
            </p:cNvSpPr>
            <p:nvPr/>
          </p:nvSpPr>
          <p:spPr bwMode="auto">
            <a:xfrm>
              <a:off x="5411788" y="5881688"/>
              <a:ext cx="239713" cy="207963"/>
            </a:xfrm>
            <a:custGeom>
              <a:avLst/>
              <a:gdLst>
                <a:gd name="T0" fmla="*/ 39 w 151"/>
                <a:gd name="T1" fmla="*/ 131 h 131"/>
                <a:gd name="T2" fmla="*/ 151 w 151"/>
                <a:gd name="T3" fmla="*/ 65 h 131"/>
                <a:gd name="T4" fmla="*/ 113 w 151"/>
                <a:gd name="T5" fmla="*/ 0 h 131"/>
                <a:gd name="T6" fmla="*/ 0 w 151"/>
                <a:gd name="T7" fmla="*/ 67 h 131"/>
                <a:gd name="T8" fmla="*/ 39 w 151"/>
                <a:gd name="T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1">
                  <a:moveTo>
                    <a:pt x="39" y="131"/>
                  </a:moveTo>
                  <a:lnTo>
                    <a:pt x="151" y="65"/>
                  </a:lnTo>
                  <a:lnTo>
                    <a:pt x="113" y="0"/>
                  </a:lnTo>
                  <a:lnTo>
                    <a:pt x="0" y="67"/>
                  </a:lnTo>
                  <a:lnTo>
                    <a:pt x="39" y="131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4" name="任意多边形: 形状 323"/>
            <p:cNvSpPr>
              <a:spLocks/>
            </p:cNvSpPr>
            <p:nvPr/>
          </p:nvSpPr>
          <p:spPr bwMode="auto">
            <a:xfrm>
              <a:off x="5224463" y="5843588"/>
              <a:ext cx="800100" cy="533400"/>
            </a:xfrm>
            <a:custGeom>
              <a:avLst/>
              <a:gdLst>
                <a:gd name="T0" fmla="*/ 11 w 504"/>
                <a:gd name="T1" fmla="*/ 242 h 336"/>
                <a:gd name="T2" fmla="*/ 214 w 504"/>
                <a:gd name="T3" fmla="*/ 122 h 336"/>
                <a:gd name="T4" fmla="*/ 415 w 504"/>
                <a:gd name="T5" fmla="*/ 0 h 336"/>
                <a:gd name="T6" fmla="*/ 504 w 504"/>
                <a:gd name="T7" fmla="*/ 35 h 336"/>
                <a:gd name="T8" fmla="*/ 253 w 504"/>
                <a:gd name="T9" fmla="*/ 185 h 336"/>
                <a:gd name="T10" fmla="*/ 0 w 504"/>
                <a:gd name="T11" fmla="*/ 336 h 336"/>
                <a:gd name="T12" fmla="*/ 11 w 504"/>
                <a:gd name="T13" fmla="*/ 242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4" h="336">
                  <a:moveTo>
                    <a:pt x="11" y="242"/>
                  </a:moveTo>
                  <a:lnTo>
                    <a:pt x="214" y="122"/>
                  </a:lnTo>
                  <a:lnTo>
                    <a:pt x="415" y="0"/>
                  </a:lnTo>
                  <a:lnTo>
                    <a:pt x="504" y="35"/>
                  </a:lnTo>
                  <a:lnTo>
                    <a:pt x="253" y="185"/>
                  </a:lnTo>
                  <a:lnTo>
                    <a:pt x="0" y="336"/>
                  </a:lnTo>
                  <a:lnTo>
                    <a:pt x="11" y="242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5" name="任意多边形: 形状 324"/>
            <p:cNvSpPr>
              <a:spLocks/>
            </p:cNvSpPr>
            <p:nvPr/>
          </p:nvSpPr>
          <p:spPr bwMode="auto">
            <a:xfrm>
              <a:off x="4548188" y="4616450"/>
              <a:ext cx="925513" cy="1033463"/>
            </a:xfrm>
            <a:custGeom>
              <a:avLst/>
              <a:gdLst>
                <a:gd name="T0" fmla="*/ 293 w 583"/>
                <a:gd name="T1" fmla="*/ 651 h 651"/>
                <a:gd name="T2" fmla="*/ 583 w 583"/>
                <a:gd name="T3" fmla="*/ 478 h 651"/>
                <a:gd name="T4" fmla="*/ 289 w 583"/>
                <a:gd name="T5" fmla="*/ 0 h 651"/>
                <a:gd name="T6" fmla="*/ 0 w 583"/>
                <a:gd name="T7" fmla="*/ 173 h 651"/>
                <a:gd name="T8" fmla="*/ 293 w 583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3" h="651">
                  <a:moveTo>
                    <a:pt x="293" y="651"/>
                  </a:moveTo>
                  <a:lnTo>
                    <a:pt x="583" y="478"/>
                  </a:lnTo>
                  <a:lnTo>
                    <a:pt x="289" y="0"/>
                  </a:lnTo>
                  <a:lnTo>
                    <a:pt x="0" y="173"/>
                  </a:lnTo>
                  <a:lnTo>
                    <a:pt x="293" y="6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6" name="任意多边形: 形状 325"/>
            <p:cNvSpPr>
              <a:spLocks/>
            </p:cNvSpPr>
            <p:nvPr/>
          </p:nvSpPr>
          <p:spPr bwMode="auto">
            <a:xfrm>
              <a:off x="4476751" y="4657725"/>
              <a:ext cx="927100" cy="1033463"/>
            </a:xfrm>
            <a:custGeom>
              <a:avLst/>
              <a:gdLst>
                <a:gd name="T0" fmla="*/ 294 w 584"/>
                <a:gd name="T1" fmla="*/ 651 h 651"/>
                <a:gd name="T2" fmla="*/ 584 w 584"/>
                <a:gd name="T3" fmla="*/ 478 h 651"/>
                <a:gd name="T4" fmla="*/ 290 w 584"/>
                <a:gd name="T5" fmla="*/ 0 h 651"/>
                <a:gd name="T6" fmla="*/ 0 w 584"/>
                <a:gd name="T7" fmla="*/ 173 h 651"/>
                <a:gd name="T8" fmla="*/ 294 w 584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4" h="651">
                  <a:moveTo>
                    <a:pt x="294" y="651"/>
                  </a:moveTo>
                  <a:lnTo>
                    <a:pt x="584" y="478"/>
                  </a:lnTo>
                  <a:lnTo>
                    <a:pt x="290" y="0"/>
                  </a:lnTo>
                  <a:lnTo>
                    <a:pt x="0" y="173"/>
                  </a:lnTo>
                  <a:lnTo>
                    <a:pt x="294" y="651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7" name="任意多边形: 形状 326"/>
            <p:cNvSpPr>
              <a:spLocks/>
            </p:cNvSpPr>
            <p:nvPr/>
          </p:nvSpPr>
          <p:spPr bwMode="auto">
            <a:xfrm>
              <a:off x="4548188" y="4616450"/>
              <a:ext cx="925513" cy="1033463"/>
            </a:xfrm>
            <a:custGeom>
              <a:avLst/>
              <a:gdLst>
                <a:gd name="T0" fmla="*/ 293 w 583"/>
                <a:gd name="T1" fmla="*/ 651 h 651"/>
                <a:gd name="T2" fmla="*/ 583 w 583"/>
                <a:gd name="T3" fmla="*/ 478 h 651"/>
                <a:gd name="T4" fmla="*/ 289 w 583"/>
                <a:gd name="T5" fmla="*/ 0 h 651"/>
                <a:gd name="T6" fmla="*/ 0 w 583"/>
                <a:gd name="T7" fmla="*/ 173 h 651"/>
                <a:gd name="T8" fmla="*/ 293 w 583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3" h="651">
                  <a:moveTo>
                    <a:pt x="293" y="651"/>
                  </a:moveTo>
                  <a:lnTo>
                    <a:pt x="583" y="478"/>
                  </a:lnTo>
                  <a:lnTo>
                    <a:pt x="289" y="0"/>
                  </a:lnTo>
                  <a:lnTo>
                    <a:pt x="0" y="173"/>
                  </a:lnTo>
                  <a:lnTo>
                    <a:pt x="293" y="651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8" name="任意多边形: 形状 327"/>
            <p:cNvSpPr>
              <a:spLocks/>
            </p:cNvSpPr>
            <p:nvPr/>
          </p:nvSpPr>
          <p:spPr bwMode="auto">
            <a:xfrm>
              <a:off x="10856913" y="3754438"/>
              <a:ext cx="407988" cy="319088"/>
            </a:xfrm>
            <a:custGeom>
              <a:avLst/>
              <a:gdLst>
                <a:gd name="T0" fmla="*/ 0 w 257"/>
                <a:gd name="T1" fmla="*/ 92 h 201"/>
                <a:gd name="T2" fmla="*/ 207 w 257"/>
                <a:gd name="T3" fmla="*/ 201 h 201"/>
                <a:gd name="T4" fmla="*/ 257 w 257"/>
                <a:gd name="T5" fmla="*/ 109 h 201"/>
                <a:gd name="T6" fmla="*/ 52 w 257"/>
                <a:gd name="T7" fmla="*/ 0 h 201"/>
                <a:gd name="T8" fmla="*/ 0 w 257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201">
                  <a:moveTo>
                    <a:pt x="0" y="92"/>
                  </a:moveTo>
                  <a:lnTo>
                    <a:pt x="207" y="201"/>
                  </a:lnTo>
                  <a:lnTo>
                    <a:pt x="257" y="109"/>
                  </a:lnTo>
                  <a:lnTo>
                    <a:pt x="52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9" name="任意多边形: 形状 328"/>
            <p:cNvSpPr>
              <a:spLocks/>
            </p:cNvSpPr>
            <p:nvPr/>
          </p:nvSpPr>
          <p:spPr bwMode="auto">
            <a:xfrm>
              <a:off x="10799763" y="3722688"/>
              <a:ext cx="403225" cy="319088"/>
            </a:xfrm>
            <a:custGeom>
              <a:avLst/>
              <a:gdLst>
                <a:gd name="T0" fmla="*/ 0 w 254"/>
                <a:gd name="T1" fmla="*/ 92 h 201"/>
                <a:gd name="T2" fmla="*/ 204 w 254"/>
                <a:gd name="T3" fmla="*/ 201 h 201"/>
                <a:gd name="T4" fmla="*/ 254 w 254"/>
                <a:gd name="T5" fmla="*/ 109 h 201"/>
                <a:gd name="T6" fmla="*/ 49 w 254"/>
                <a:gd name="T7" fmla="*/ 0 h 201"/>
                <a:gd name="T8" fmla="*/ 0 w 254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201">
                  <a:moveTo>
                    <a:pt x="0" y="92"/>
                  </a:moveTo>
                  <a:lnTo>
                    <a:pt x="204" y="201"/>
                  </a:lnTo>
                  <a:lnTo>
                    <a:pt x="254" y="109"/>
                  </a:lnTo>
                  <a:lnTo>
                    <a:pt x="49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0" name="任意多边形: 形状 329"/>
            <p:cNvSpPr>
              <a:spLocks/>
            </p:cNvSpPr>
            <p:nvPr/>
          </p:nvSpPr>
          <p:spPr bwMode="auto">
            <a:xfrm>
              <a:off x="10915651" y="3956050"/>
              <a:ext cx="165100" cy="147638"/>
            </a:xfrm>
            <a:custGeom>
              <a:avLst/>
              <a:gdLst>
                <a:gd name="T0" fmla="*/ 0 w 104"/>
                <a:gd name="T1" fmla="*/ 54 h 93"/>
                <a:gd name="T2" fmla="*/ 74 w 104"/>
                <a:gd name="T3" fmla="*/ 93 h 93"/>
                <a:gd name="T4" fmla="*/ 104 w 104"/>
                <a:gd name="T5" fmla="*/ 39 h 93"/>
                <a:gd name="T6" fmla="*/ 30 w 104"/>
                <a:gd name="T7" fmla="*/ 0 h 93"/>
                <a:gd name="T8" fmla="*/ 0 w 104"/>
                <a:gd name="T9" fmla="*/ 5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93">
                  <a:moveTo>
                    <a:pt x="0" y="54"/>
                  </a:moveTo>
                  <a:lnTo>
                    <a:pt x="74" y="93"/>
                  </a:lnTo>
                  <a:lnTo>
                    <a:pt x="104" y="39"/>
                  </a:lnTo>
                  <a:lnTo>
                    <a:pt x="30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1" name="任意多边形: 形状 330"/>
            <p:cNvSpPr>
              <a:spLocks/>
            </p:cNvSpPr>
            <p:nvPr/>
          </p:nvSpPr>
          <p:spPr bwMode="auto">
            <a:xfrm>
              <a:off x="10253663" y="4246563"/>
              <a:ext cx="920750" cy="554038"/>
            </a:xfrm>
            <a:custGeom>
              <a:avLst/>
              <a:gdLst>
                <a:gd name="T0" fmla="*/ 96 w 580"/>
                <a:gd name="T1" fmla="*/ 0 h 349"/>
                <a:gd name="T2" fmla="*/ 329 w 580"/>
                <a:gd name="T3" fmla="*/ 124 h 349"/>
                <a:gd name="T4" fmla="*/ 561 w 580"/>
                <a:gd name="T5" fmla="*/ 246 h 349"/>
                <a:gd name="T6" fmla="*/ 580 w 580"/>
                <a:gd name="T7" fmla="*/ 349 h 349"/>
                <a:gd name="T8" fmla="*/ 290 w 580"/>
                <a:gd name="T9" fmla="*/ 196 h 349"/>
                <a:gd name="T10" fmla="*/ 0 w 580"/>
                <a:gd name="T11" fmla="*/ 43 h 349"/>
                <a:gd name="T12" fmla="*/ 96 w 580"/>
                <a:gd name="T13" fmla="*/ 0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0" h="349">
                  <a:moveTo>
                    <a:pt x="96" y="0"/>
                  </a:moveTo>
                  <a:lnTo>
                    <a:pt x="329" y="124"/>
                  </a:lnTo>
                  <a:lnTo>
                    <a:pt x="561" y="246"/>
                  </a:lnTo>
                  <a:lnTo>
                    <a:pt x="580" y="349"/>
                  </a:lnTo>
                  <a:lnTo>
                    <a:pt x="290" y="196"/>
                  </a:lnTo>
                  <a:lnTo>
                    <a:pt x="0" y="43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2" name="任意多边形: 形状 331"/>
            <p:cNvSpPr>
              <a:spLocks/>
            </p:cNvSpPr>
            <p:nvPr/>
          </p:nvSpPr>
          <p:spPr bwMode="auto">
            <a:xfrm>
              <a:off x="10172701" y="4202113"/>
              <a:ext cx="919163" cy="557213"/>
            </a:xfrm>
            <a:custGeom>
              <a:avLst/>
              <a:gdLst>
                <a:gd name="T0" fmla="*/ 96 w 579"/>
                <a:gd name="T1" fmla="*/ 0 h 351"/>
                <a:gd name="T2" fmla="*/ 328 w 579"/>
                <a:gd name="T3" fmla="*/ 124 h 351"/>
                <a:gd name="T4" fmla="*/ 562 w 579"/>
                <a:gd name="T5" fmla="*/ 248 h 351"/>
                <a:gd name="T6" fmla="*/ 579 w 579"/>
                <a:gd name="T7" fmla="*/ 351 h 351"/>
                <a:gd name="T8" fmla="*/ 289 w 579"/>
                <a:gd name="T9" fmla="*/ 198 h 351"/>
                <a:gd name="T10" fmla="*/ 0 w 579"/>
                <a:gd name="T11" fmla="*/ 45 h 351"/>
                <a:gd name="T12" fmla="*/ 96 w 579"/>
                <a:gd name="T13" fmla="*/ 0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9" h="351">
                  <a:moveTo>
                    <a:pt x="96" y="0"/>
                  </a:moveTo>
                  <a:lnTo>
                    <a:pt x="328" y="124"/>
                  </a:lnTo>
                  <a:lnTo>
                    <a:pt x="562" y="248"/>
                  </a:lnTo>
                  <a:lnTo>
                    <a:pt x="579" y="351"/>
                  </a:lnTo>
                  <a:lnTo>
                    <a:pt x="289" y="198"/>
                  </a:lnTo>
                  <a:lnTo>
                    <a:pt x="0" y="45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3" name="任意多边形: 形状 332"/>
            <p:cNvSpPr>
              <a:spLocks/>
            </p:cNvSpPr>
            <p:nvPr/>
          </p:nvSpPr>
          <p:spPr bwMode="auto">
            <a:xfrm>
              <a:off x="10374313" y="2981325"/>
              <a:ext cx="1244600" cy="1227138"/>
            </a:xfrm>
            <a:custGeom>
              <a:avLst/>
              <a:gdLst>
                <a:gd name="T0" fmla="*/ 125 w 425"/>
                <a:gd name="T1" fmla="*/ 419 h 419"/>
                <a:gd name="T2" fmla="*/ 137 w 425"/>
                <a:gd name="T3" fmla="*/ 139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9 h 419"/>
                <a:gd name="T12" fmla="*/ 125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5" y="419"/>
                  </a:moveTo>
                  <a:cubicBezTo>
                    <a:pt x="69" y="336"/>
                    <a:pt x="70" y="222"/>
                    <a:pt x="137" y="139"/>
                  </a:cubicBezTo>
                  <a:cubicBezTo>
                    <a:pt x="191" y="72"/>
                    <a:pt x="274" y="42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5"/>
                    <a:pt x="85" y="100"/>
                  </a:cubicBezTo>
                  <a:cubicBezTo>
                    <a:pt x="11" y="178"/>
                    <a:pt x="0" y="291"/>
                    <a:pt x="50" y="379"/>
                  </a:cubicBezTo>
                  <a:lnTo>
                    <a:pt x="125" y="4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4" name="任意多边形: 形状 333"/>
            <p:cNvSpPr>
              <a:spLocks/>
            </p:cNvSpPr>
            <p:nvPr/>
          </p:nvSpPr>
          <p:spPr bwMode="auto">
            <a:xfrm>
              <a:off x="10291763" y="2940050"/>
              <a:ext cx="1246188" cy="1227138"/>
            </a:xfrm>
            <a:custGeom>
              <a:avLst/>
              <a:gdLst>
                <a:gd name="T0" fmla="*/ 126 w 425"/>
                <a:gd name="T1" fmla="*/ 419 h 419"/>
                <a:gd name="T2" fmla="*/ 138 w 425"/>
                <a:gd name="T3" fmla="*/ 138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8 h 419"/>
                <a:gd name="T12" fmla="*/ 126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6" y="419"/>
                  </a:moveTo>
                  <a:cubicBezTo>
                    <a:pt x="69" y="335"/>
                    <a:pt x="71" y="221"/>
                    <a:pt x="138" y="138"/>
                  </a:cubicBezTo>
                  <a:cubicBezTo>
                    <a:pt x="192" y="72"/>
                    <a:pt x="274" y="41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4"/>
                    <a:pt x="85" y="100"/>
                  </a:cubicBezTo>
                  <a:cubicBezTo>
                    <a:pt x="11" y="177"/>
                    <a:pt x="0" y="290"/>
                    <a:pt x="50" y="378"/>
                  </a:cubicBezTo>
                  <a:lnTo>
                    <a:pt x="126" y="419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5" name="任意多边形: 形状 334"/>
            <p:cNvSpPr>
              <a:spLocks/>
            </p:cNvSpPr>
            <p:nvPr/>
          </p:nvSpPr>
          <p:spPr bwMode="auto">
            <a:xfrm>
              <a:off x="10374313" y="2981325"/>
              <a:ext cx="1244600" cy="1227138"/>
            </a:xfrm>
            <a:custGeom>
              <a:avLst/>
              <a:gdLst>
                <a:gd name="T0" fmla="*/ 125 w 425"/>
                <a:gd name="T1" fmla="*/ 419 h 419"/>
                <a:gd name="T2" fmla="*/ 137 w 425"/>
                <a:gd name="T3" fmla="*/ 139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9 h 419"/>
                <a:gd name="T12" fmla="*/ 125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5" y="419"/>
                  </a:moveTo>
                  <a:cubicBezTo>
                    <a:pt x="69" y="336"/>
                    <a:pt x="70" y="222"/>
                    <a:pt x="137" y="139"/>
                  </a:cubicBezTo>
                  <a:cubicBezTo>
                    <a:pt x="191" y="72"/>
                    <a:pt x="274" y="42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5"/>
                    <a:pt x="85" y="100"/>
                  </a:cubicBezTo>
                  <a:cubicBezTo>
                    <a:pt x="11" y="178"/>
                    <a:pt x="0" y="291"/>
                    <a:pt x="50" y="379"/>
                  </a:cubicBezTo>
                  <a:lnTo>
                    <a:pt x="125" y="419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6" name="任意多边形: 形状 335"/>
            <p:cNvSpPr>
              <a:spLocks/>
            </p:cNvSpPr>
            <p:nvPr/>
          </p:nvSpPr>
          <p:spPr bwMode="auto">
            <a:xfrm>
              <a:off x="10856913" y="3754438"/>
              <a:ext cx="407988" cy="319088"/>
            </a:xfrm>
            <a:custGeom>
              <a:avLst/>
              <a:gdLst>
                <a:gd name="T0" fmla="*/ 0 w 257"/>
                <a:gd name="T1" fmla="*/ 92 h 201"/>
                <a:gd name="T2" fmla="*/ 207 w 257"/>
                <a:gd name="T3" fmla="*/ 201 h 201"/>
                <a:gd name="T4" fmla="*/ 257 w 257"/>
                <a:gd name="T5" fmla="*/ 109 h 201"/>
                <a:gd name="T6" fmla="*/ 52 w 257"/>
                <a:gd name="T7" fmla="*/ 0 h 201"/>
                <a:gd name="T8" fmla="*/ 0 w 257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201">
                  <a:moveTo>
                    <a:pt x="0" y="92"/>
                  </a:moveTo>
                  <a:lnTo>
                    <a:pt x="207" y="201"/>
                  </a:lnTo>
                  <a:lnTo>
                    <a:pt x="257" y="109"/>
                  </a:lnTo>
                  <a:lnTo>
                    <a:pt x="52" y="0"/>
                  </a:lnTo>
                  <a:lnTo>
                    <a:pt x="0" y="92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7" name="任意多边形: 形状 336"/>
            <p:cNvSpPr>
              <a:spLocks/>
            </p:cNvSpPr>
            <p:nvPr/>
          </p:nvSpPr>
          <p:spPr bwMode="auto">
            <a:xfrm>
              <a:off x="10915651" y="3956050"/>
              <a:ext cx="165100" cy="147638"/>
            </a:xfrm>
            <a:custGeom>
              <a:avLst/>
              <a:gdLst>
                <a:gd name="T0" fmla="*/ 0 w 104"/>
                <a:gd name="T1" fmla="*/ 54 h 93"/>
                <a:gd name="T2" fmla="*/ 74 w 104"/>
                <a:gd name="T3" fmla="*/ 93 h 93"/>
                <a:gd name="T4" fmla="*/ 104 w 104"/>
                <a:gd name="T5" fmla="*/ 39 h 93"/>
                <a:gd name="T6" fmla="*/ 30 w 104"/>
                <a:gd name="T7" fmla="*/ 0 h 93"/>
                <a:gd name="T8" fmla="*/ 0 w 104"/>
                <a:gd name="T9" fmla="*/ 5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93">
                  <a:moveTo>
                    <a:pt x="0" y="54"/>
                  </a:moveTo>
                  <a:lnTo>
                    <a:pt x="74" y="93"/>
                  </a:lnTo>
                  <a:lnTo>
                    <a:pt x="104" y="39"/>
                  </a:lnTo>
                  <a:lnTo>
                    <a:pt x="30" y="0"/>
                  </a:lnTo>
                  <a:lnTo>
                    <a:pt x="0" y="54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8" name="任意多边形: 形状 337"/>
            <p:cNvSpPr>
              <a:spLocks/>
            </p:cNvSpPr>
            <p:nvPr/>
          </p:nvSpPr>
          <p:spPr bwMode="auto">
            <a:xfrm>
              <a:off x="10485438" y="4035425"/>
              <a:ext cx="762000" cy="477838"/>
            </a:xfrm>
            <a:custGeom>
              <a:avLst/>
              <a:gdLst>
                <a:gd name="T0" fmla="*/ 0 w 480"/>
                <a:gd name="T1" fmla="*/ 65 h 301"/>
                <a:gd name="T2" fmla="*/ 447 w 480"/>
                <a:gd name="T3" fmla="*/ 301 h 301"/>
                <a:gd name="T4" fmla="*/ 480 w 480"/>
                <a:gd name="T5" fmla="*/ 237 h 301"/>
                <a:gd name="T6" fmla="*/ 33 w 480"/>
                <a:gd name="T7" fmla="*/ 0 h 301"/>
                <a:gd name="T8" fmla="*/ 0 w 480"/>
                <a:gd name="T9" fmla="*/ 65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0" h="301">
                  <a:moveTo>
                    <a:pt x="0" y="65"/>
                  </a:moveTo>
                  <a:lnTo>
                    <a:pt x="447" y="301"/>
                  </a:lnTo>
                  <a:lnTo>
                    <a:pt x="480" y="237"/>
                  </a:lnTo>
                  <a:lnTo>
                    <a:pt x="33" y="0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9" name="任意多边形: 形状 338"/>
            <p:cNvSpPr>
              <a:spLocks/>
            </p:cNvSpPr>
            <p:nvPr/>
          </p:nvSpPr>
          <p:spPr bwMode="auto">
            <a:xfrm>
              <a:off x="10672763" y="4270375"/>
              <a:ext cx="269875" cy="225425"/>
            </a:xfrm>
            <a:custGeom>
              <a:avLst/>
              <a:gdLst>
                <a:gd name="T0" fmla="*/ 0 w 170"/>
                <a:gd name="T1" fmla="*/ 74 h 142"/>
                <a:gd name="T2" fmla="*/ 129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4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4"/>
                  </a:moveTo>
                  <a:lnTo>
                    <a:pt x="129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0" name="任意多边形: 形状 339"/>
            <p:cNvSpPr>
              <a:spLocks/>
            </p:cNvSpPr>
            <p:nvPr/>
          </p:nvSpPr>
          <p:spPr bwMode="auto">
            <a:xfrm>
              <a:off x="10610851" y="4238625"/>
              <a:ext cx="269875" cy="225425"/>
            </a:xfrm>
            <a:custGeom>
              <a:avLst/>
              <a:gdLst>
                <a:gd name="T0" fmla="*/ 0 w 170"/>
                <a:gd name="T1" fmla="*/ 73 h 142"/>
                <a:gd name="T2" fmla="*/ 131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3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3"/>
                  </a:moveTo>
                  <a:lnTo>
                    <a:pt x="131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1" name="任意多边形: 形状 340"/>
            <p:cNvSpPr>
              <a:spLocks/>
            </p:cNvSpPr>
            <p:nvPr/>
          </p:nvSpPr>
          <p:spPr bwMode="auto">
            <a:xfrm>
              <a:off x="10672763" y="4270375"/>
              <a:ext cx="269875" cy="225425"/>
            </a:xfrm>
            <a:custGeom>
              <a:avLst/>
              <a:gdLst>
                <a:gd name="T0" fmla="*/ 0 w 170"/>
                <a:gd name="T1" fmla="*/ 74 h 142"/>
                <a:gd name="T2" fmla="*/ 129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4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4"/>
                  </a:moveTo>
                  <a:lnTo>
                    <a:pt x="129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4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2" name="任意多边形: 形状 341"/>
            <p:cNvSpPr>
              <a:spLocks/>
            </p:cNvSpPr>
            <p:nvPr/>
          </p:nvSpPr>
          <p:spPr bwMode="auto">
            <a:xfrm>
              <a:off x="10253663" y="4246563"/>
              <a:ext cx="920750" cy="554038"/>
            </a:xfrm>
            <a:custGeom>
              <a:avLst/>
              <a:gdLst>
                <a:gd name="T0" fmla="*/ 96 w 580"/>
                <a:gd name="T1" fmla="*/ 0 h 349"/>
                <a:gd name="T2" fmla="*/ 329 w 580"/>
                <a:gd name="T3" fmla="*/ 124 h 349"/>
                <a:gd name="T4" fmla="*/ 561 w 580"/>
                <a:gd name="T5" fmla="*/ 246 h 349"/>
                <a:gd name="T6" fmla="*/ 580 w 580"/>
                <a:gd name="T7" fmla="*/ 349 h 349"/>
                <a:gd name="T8" fmla="*/ 290 w 580"/>
                <a:gd name="T9" fmla="*/ 196 h 349"/>
                <a:gd name="T10" fmla="*/ 0 w 580"/>
                <a:gd name="T11" fmla="*/ 43 h 349"/>
                <a:gd name="T12" fmla="*/ 96 w 580"/>
                <a:gd name="T13" fmla="*/ 0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0" h="349">
                  <a:moveTo>
                    <a:pt x="96" y="0"/>
                  </a:moveTo>
                  <a:lnTo>
                    <a:pt x="329" y="124"/>
                  </a:lnTo>
                  <a:lnTo>
                    <a:pt x="561" y="246"/>
                  </a:lnTo>
                  <a:lnTo>
                    <a:pt x="580" y="349"/>
                  </a:lnTo>
                  <a:lnTo>
                    <a:pt x="290" y="196"/>
                  </a:lnTo>
                  <a:lnTo>
                    <a:pt x="0" y="43"/>
                  </a:lnTo>
                  <a:lnTo>
                    <a:pt x="96" y="0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3" name="任意多边形: 形状 342"/>
            <p:cNvSpPr>
              <a:spLocks/>
            </p:cNvSpPr>
            <p:nvPr/>
          </p:nvSpPr>
          <p:spPr bwMode="auto">
            <a:xfrm>
              <a:off x="10837863" y="2830513"/>
              <a:ext cx="998538" cy="1149350"/>
            </a:xfrm>
            <a:custGeom>
              <a:avLst/>
              <a:gdLst>
                <a:gd name="T0" fmla="*/ 0 w 629"/>
                <a:gd name="T1" fmla="*/ 549 h 724"/>
                <a:gd name="T2" fmla="*/ 332 w 629"/>
                <a:gd name="T3" fmla="*/ 724 h 724"/>
                <a:gd name="T4" fmla="*/ 629 w 629"/>
                <a:gd name="T5" fmla="*/ 176 h 724"/>
                <a:gd name="T6" fmla="*/ 297 w 629"/>
                <a:gd name="T7" fmla="*/ 0 h 724"/>
                <a:gd name="T8" fmla="*/ 0 w 629"/>
                <a:gd name="T9" fmla="*/ 549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9" h="724">
                  <a:moveTo>
                    <a:pt x="0" y="549"/>
                  </a:moveTo>
                  <a:lnTo>
                    <a:pt x="332" y="724"/>
                  </a:lnTo>
                  <a:lnTo>
                    <a:pt x="629" y="176"/>
                  </a:lnTo>
                  <a:lnTo>
                    <a:pt x="297" y="0"/>
                  </a:lnTo>
                  <a:lnTo>
                    <a:pt x="0" y="54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4" name="任意多边形: 形状 343"/>
            <p:cNvSpPr>
              <a:spLocks/>
            </p:cNvSpPr>
            <p:nvPr/>
          </p:nvSpPr>
          <p:spPr bwMode="auto">
            <a:xfrm>
              <a:off x="10755313" y="2787650"/>
              <a:ext cx="1001713" cy="1150938"/>
            </a:xfrm>
            <a:custGeom>
              <a:avLst/>
              <a:gdLst>
                <a:gd name="T0" fmla="*/ 0 w 631"/>
                <a:gd name="T1" fmla="*/ 548 h 725"/>
                <a:gd name="T2" fmla="*/ 334 w 631"/>
                <a:gd name="T3" fmla="*/ 725 h 725"/>
                <a:gd name="T4" fmla="*/ 631 w 631"/>
                <a:gd name="T5" fmla="*/ 177 h 725"/>
                <a:gd name="T6" fmla="*/ 297 w 631"/>
                <a:gd name="T7" fmla="*/ 0 h 725"/>
                <a:gd name="T8" fmla="*/ 0 w 631"/>
                <a:gd name="T9" fmla="*/ 548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1" h="725">
                  <a:moveTo>
                    <a:pt x="0" y="548"/>
                  </a:moveTo>
                  <a:lnTo>
                    <a:pt x="334" y="725"/>
                  </a:lnTo>
                  <a:lnTo>
                    <a:pt x="631" y="177"/>
                  </a:lnTo>
                  <a:lnTo>
                    <a:pt x="297" y="0"/>
                  </a:lnTo>
                  <a:lnTo>
                    <a:pt x="0" y="54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5" name="任意多边形: 形状 344"/>
            <p:cNvSpPr>
              <a:spLocks/>
            </p:cNvSpPr>
            <p:nvPr/>
          </p:nvSpPr>
          <p:spPr bwMode="auto">
            <a:xfrm>
              <a:off x="10837863" y="2830513"/>
              <a:ext cx="998538" cy="1149350"/>
            </a:xfrm>
            <a:custGeom>
              <a:avLst/>
              <a:gdLst>
                <a:gd name="T0" fmla="*/ 0 w 629"/>
                <a:gd name="T1" fmla="*/ 549 h 724"/>
                <a:gd name="T2" fmla="*/ 332 w 629"/>
                <a:gd name="T3" fmla="*/ 724 h 724"/>
                <a:gd name="T4" fmla="*/ 629 w 629"/>
                <a:gd name="T5" fmla="*/ 176 h 724"/>
                <a:gd name="T6" fmla="*/ 297 w 629"/>
                <a:gd name="T7" fmla="*/ 0 h 724"/>
                <a:gd name="T8" fmla="*/ 0 w 629"/>
                <a:gd name="T9" fmla="*/ 549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9" h="724">
                  <a:moveTo>
                    <a:pt x="0" y="549"/>
                  </a:moveTo>
                  <a:lnTo>
                    <a:pt x="332" y="724"/>
                  </a:lnTo>
                  <a:lnTo>
                    <a:pt x="629" y="176"/>
                  </a:lnTo>
                  <a:lnTo>
                    <a:pt x="297" y="0"/>
                  </a:lnTo>
                  <a:lnTo>
                    <a:pt x="0" y="549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41452808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3F4F13-0B72-A572-6978-2D229E0610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AC0C661-CD52-A8C6-7A1B-16C7E6967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DF33E3-516D-B5A7-CCD4-0B400DBC6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2CA777-126F-520D-5703-DE77CF33F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1F38DA-BB7B-D81F-525A-8246F0DDF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339D1-7809-4730-BBD9-1484FBD706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0194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5" y="3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5" y="1123952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669925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5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5" y="6240465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5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22339D1-7809-4730-BBD9-1484FBD706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619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hf sldNum="0" hdr="0" ftr="0" dt="0"/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0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3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tour.d111kc.top/" TargetMode="Externa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E3903AC6-B5FB-C3C6-BCB4-1C885D43A5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大二第二学期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256CF3A-A82A-EB35-7FC8-33AEC4A442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德育答辩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C5035BD-1724-119A-A60B-38BAA185AC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2314044233</a:t>
            </a:r>
            <a:r>
              <a:rPr lang="zh-CN" altLang="en-US" dirty="0"/>
              <a:t>卢志良</a:t>
            </a:r>
            <a:endParaRPr lang="en-US" altLang="zh-CN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C69F87F-2C02-0BB1-7C3B-E951FD9D78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2025/5/15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404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示 3">
            <a:extLst>
              <a:ext uri="{FF2B5EF4-FFF2-40B4-BE49-F238E27FC236}">
                <a16:creationId xmlns:a16="http://schemas.microsoft.com/office/drawing/2014/main" id="{4BF2B181-DA14-1E8A-942D-3BBE233FA3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4069352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433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899954-25CB-8925-A4CD-B6CB9955C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入学两年，仍然迷茫</a:t>
            </a:r>
          </a:p>
        </p:txBody>
      </p:sp>
    </p:spTree>
    <p:extLst>
      <p:ext uri="{BB962C8B-B14F-4D97-AF65-F5344CB8AC3E}">
        <p14:creationId xmlns:p14="http://schemas.microsoft.com/office/powerpoint/2010/main" val="273903699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B3DE10-4A3C-1DB4-3D70-EEB795A59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入学两年，仍然迷茫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CA7660F-3213-AD96-B495-57DD08D8D9D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/>
              <a:t>从入学到现在将近两年了，即便是现在，仍然有些迷茫。</a:t>
            </a:r>
            <a:endParaRPr lang="en-US" altLang="zh-CN" dirty="0"/>
          </a:p>
          <a:p>
            <a:r>
              <a:rPr lang="zh-CN" altLang="en-US" dirty="0"/>
              <a:t>我和我的家人总是纠结我是否需要考研，他们有时候觉得考研很有必要，有时候觉得不是很有必要。我也总是在考研和不考研这两条道路上摇摆不定。</a:t>
            </a:r>
          </a:p>
        </p:txBody>
      </p:sp>
    </p:spTree>
    <p:extLst>
      <p:ext uri="{BB962C8B-B14F-4D97-AF65-F5344CB8AC3E}">
        <p14:creationId xmlns:p14="http://schemas.microsoft.com/office/powerpoint/2010/main" val="3584230343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81DB90-C448-F599-6825-80C30BBAF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入学两年，仍然迷茫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D50835-A8BE-39A6-E274-7CDC5250D0F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/>
              <a:t>现在我的想法是不打算考研。</a:t>
            </a:r>
            <a:endParaRPr lang="en-US" altLang="zh-CN" dirty="0"/>
          </a:p>
          <a:p>
            <a:r>
              <a:rPr lang="zh-CN" altLang="en-US" dirty="0"/>
              <a:t>在大学学习将近两年，我感觉自己的能力并没有得到什么提高，学习的这些课程也感觉没有收获很多。</a:t>
            </a:r>
            <a:endParaRPr lang="en-US" altLang="zh-CN" dirty="0"/>
          </a:p>
          <a:p>
            <a:r>
              <a:rPr lang="zh-CN" altLang="en-US" dirty="0"/>
              <a:t>现在我更倾向于毕业后就去就业，在自己的工作岗位中不断学习，不断进步，养成终生学习的习惯。</a:t>
            </a:r>
          </a:p>
        </p:txBody>
      </p:sp>
    </p:spTree>
    <p:extLst>
      <p:ext uri="{BB962C8B-B14F-4D97-AF65-F5344CB8AC3E}">
        <p14:creationId xmlns:p14="http://schemas.microsoft.com/office/powerpoint/2010/main" val="3934066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E4C3715-B4B2-0026-8E35-713C228AE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去年暑假，收获很大</a:t>
            </a:r>
          </a:p>
        </p:txBody>
      </p:sp>
    </p:spTree>
    <p:extLst>
      <p:ext uri="{BB962C8B-B14F-4D97-AF65-F5344CB8AC3E}">
        <p14:creationId xmlns:p14="http://schemas.microsoft.com/office/powerpoint/2010/main" val="438461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A1CD02-B562-BAF1-2369-C0EAAED26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去年暑假，收获很大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58ABBF6-6D2C-DF16-C7C0-A88D7C947E0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/>
              <a:t>去年暑假，我去深圳干了一个星期暑假工。</a:t>
            </a:r>
            <a:endParaRPr lang="en-US" altLang="zh-CN" dirty="0"/>
          </a:p>
          <a:p>
            <a:r>
              <a:rPr lang="zh-CN" altLang="en-US" dirty="0"/>
              <a:t>虽然干的时间不长，但就在这次的经历中，我知道的父母工作的辛苦。</a:t>
            </a:r>
            <a:endParaRPr lang="en-US" altLang="zh-CN" dirty="0"/>
          </a:p>
          <a:p>
            <a:r>
              <a:rPr lang="zh-CN" altLang="en-US" dirty="0"/>
              <a:t>在那个车间中工作的几乎都是打暑假工的大学生和准大学生，在流水线上每天工作</a:t>
            </a:r>
            <a:r>
              <a:rPr lang="en-US" altLang="zh-CN" dirty="0"/>
              <a:t>12</a:t>
            </a:r>
            <a:r>
              <a:rPr lang="zh-CN" altLang="en-US" dirty="0"/>
              <a:t>小时，从早上</a:t>
            </a:r>
            <a:r>
              <a:rPr lang="en-US" altLang="zh-CN" dirty="0"/>
              <a:t>8</a:t>
            </a:r>
            <a:r>
              <a:rPr lang="zh-CN" altLang="en-US" dirty="0"/>
              <a:t>点到晚上</a:t>
            </a:r>
            <a:r>
              <a:rPr lang="en-US" altLang="zh-CN" dirty="0"/>
              <a:t>22</a:t>
            </a:r>
            <a:r>
              <a:rPr lang="zh-CN" altLang="en-US" dirty="0"/>
              <a:t>点，那时候我几乎回到了高中的作息时间，每天上班都很辛苦，我认识到了挣钱的不容易。</a:t>
            </a:r>
          </a:p>
        </p:txBody>
      </p:sp>
    </p:spTree>
    <p:extLst>
      <p:ext uri="{BB962C8B-B14F-4D97-AF65-F5344CB8AC3E}">
        <p14:creationId xmlns:p14="http://schemas.microsoft.com/office/powerpoint/2010/main" val="18575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AEAEF9-46DB-2B6D-AB81-B59424A16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去年暑假，收获很大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D728B5-84FE-34EF-F7C0-CEF1B82C92D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去年暑假，我终于找到了自己的爱好。</a:t>
            </a:r>
            <a:endParaRPr lang="en-US" altLang="zh-CN" dirty="0"/>
          </a:p>
          <a:p>
            <a:r>
              <a:rPr lang="zh-CN" altLang="en-US" dirty="0"/>
              <a:t>将近两年的大学生活，我发现了一个非常重要的事情，那就是必须要有一个爱好。本来以为到了大学，可以有更多的时间打打羽毛球或乒乓球了，然而却找不到一起打球的人，大家都有各自生活的节奏，于是就此放弃 。</a:t>
            </a:r>
            <a:endParaRPr lang="en-US" altLang="zh-CN" dirty="0"/>
          </a:p>
          <a:p>
            <a:r>
              <a:rPr lang="zh-CN" altLang="en-US" dirty="0"/>
              <a:t>后来闲来无事到学校图书馆逛了逛，看到了一本有趣的</a:t>
            </a:r>
            <a:r>
              <a:rPr lang="en-US" altLang="zh-CN" dirty="0"/>
              <a:t>python</a:t>
            </a:r>
            <a:r>
              <a:rPr lang="zh-CN" altLang="en-US" dirty="0"/>
              <a:t>教程，于是我也上网买了一本，去年暑假看完之后，我深深地爱上了编程。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08985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CBA6E16-3249-665C-BBF9-2EC42C4BC9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培养了一个爱好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27813174-BE77-B984-CCF3-186EC40C403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dirty="0"/>
              <a:t>我终于找到了一个爱好，自己的生活渐渐丰富了起来，不再是无所事事了。</a:t>
            </a:r>
            <a:endParaRPr lang="en-US" altLang="zh-CN" dirty="0"/>
          </a:p>
          <a:p>
            <a:r>
              <a:rPr lang="zh-CN" altLang="en-US" dirty="0"/>
              <a:t>从 </a:t>
            </a:r>
            <a:r>
              <a:rPr lang="en-US" altLang="zh-CN" dirty="0"/>
              <a:t>Python </a:t>
            </a:r>
            <a:r>
              <a:rPr lang="zh-CN" altLang="en-US" dirty="0"/>
              <a:t>到 </a:t>
            </a:r>
            <a:r>
              <a:rPr lang="en-US" altLang="zh-CN" dirty="0"/>
              <a:t>HTML </a:t>
            </a:r>
            <a:r>
              <a:rPr lang="zh-CN" altLang="en-US" dirty="0"/>
              <a:t>到 </a:t>
            </a:r>
            <a:r>
              <a:rPr lang="en-US" altLang="zh-CN" dirty="0"/>
              <a:t>CSS </a:t>
            </a:r>
            <a:r>
              <a:rPr lang="zh-CN" altLang="en-US" dirty="0"/>
              <a:t>到</a:t>
            </a:r>
            <a:r>
              <a:rPr lang="en-US" altLang="zh-CN" dirty="0"/>
              <a:t>JavaScript</a:t>
            </a:r>
            <a:r>
              <a:rPr lang="zh-CN" altLang="en-US" dirty="0"/>
              <a:t>，每学习一种新的语言，我都会感到很有成就感。</a:t>
            </a:r>
            <a:endParaRPr lang="en-US" altLang="zh-CN" dirty="0"/>
          </a:p>
          <a:p>
            <a:r>
              <a:rPr lang="zh-CN" altLang="en-US" dirty="0"/>
              <a:t>并且编程还非常具有挑战性，每新学一个语法，就会发现自己知识的匮乏，然后自己不断查阅资料，不断提高自我。</a:t>
            </a:r>
            <a:endParaRPr lang="en-US" altLang="zh-CN" dirty="0"/>
          </a:p>
          <a:p>
            <a:r>
              <a:rPr lang="zh-CN" altLang="en-US" dirty="0"/>
              <a:t>有一个爱好真是一件快乐的事情。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AE9B9695-F7B2-F843-1E80-006A77EE0A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搭建</a:t>
            </a:r>
            <a:r>
              <a:rPr lang="zh-CN" altLang="en-US" dirty="0">
                <a:hlinkClick r:id="rId2"/>
              </a:rPr>
              <a:t>个人网站</a:t>
            </a:r>
            <a:r>
              <a:rPr lang="zh-CN" altLang="en-US" dirty="0"/>
              <a:t>记录学习和生活</a:t>
            </a:r>
          </a:p>
        </p:txBody>
      </p:sp>
      <p:pic>
        <p:nvPicPr>
          <p:cNvPr id="11" name="内容占位符 10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40730F74-34E7-E931-70F7-15B1B6ECCC3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8944" y="1685925"/>
            <a:ext cx="4894800" cy="4503738"/>
          </a:xfrm>
        </p:spPr>
      </p:pic>
      <p:sp>
        <p:nvSpPr>
          <p:cNvPr id="5" name="标题 4">
            <a:extLst>
              <a:ext uri="{FF2B5EF4-FFF2-40B4-BE49-F238E27FC236}">
                <a16:creationId xmlns:a16="http://schemas.microsoft.com/office/drawing/2014/main" id="{7732857C-A170-10AB-5E33-1813CCAE3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去年暑假，收获很大</a:t>
            </a:r>
          </a:p>
        </p:txBody>
      </p:sp>
    </p:spTree>
    <p:extLst>
      <p:ext uri="{BB962C8B-B14F-4D97-AF65-F5344CB8AC3E}">
        <p14:creationId xmlns:p14="http://schemas.microsoft.com/office/powerpoint/2010/main" val="1853103471"/>
      </p:ext>
    </p:extLst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501D834-EBE9-147C-D53F-1AF58CB77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有了一个大概的主线</a:t>
            </a:r>
          </a:p>
        </p:txBody>
      </p:sp>
    </p:spTree>
    <p:extLst>
      <p:ext uri="{BB962C8B-B14F-4D97-AF65-F5344CB8AC3E}">
        <p14:creationId xmlns:p14="http://schemas.microsoft.com/office/powerpoint/2010/main" val="2412259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A315364-9790-F892-8D59-7B72054D0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有了一个大概的主线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43A113-B4D3-2A88-7077-048D5DBA1B7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/>
              <a:t>对于我来说，上大学最主要的目的就是为了就业。</a:t>
            </a:r>
            <a:endParaRPr lang="en-US" altLang="zh-CN" dirty="0"/>
          </a:p>
          <a:p>
            <a:r>
              <a:rPr lang="zh-CN" altLang="en-US" dirty="0"/>
              <a:t>我在大学阶段最主要的任务就是为就业做准备，因此有些任务必须在大学阶段完成。</a:t>
            </a:r>
            <a:endParaRPr lang="en-US" altLang="zh-CN" dirty="0"/>
          </a:p>
          <a:p>
            <a:r>
              <a:rPr lang="zh-CN" altLang="en-US" dirty="0"/>
              <a:t>上学期四级没报上名，我感觉十分伤心，这次四级考试我一定要认真对待，大学阶段我一定要努力学习英语，通过四六级考试，并且认真学习</a:t>
            </a:r>
            <a:r>
              <a:rPr lang="en-US" altLang="zh-CN" dirty="0"/>
              <a:t>AutoCAD</a:t>
            </a:r>
            <a:r>
              <a:rPr lang="zh-CN" altLang="en-US" dirty="0"/>
              <a:t>、</a:t>
            </a:r>
            <a:r>
              <a:rPr lang="en-US" altLang="zh-CN" dirty="0"/>
              <a:t>Revit</a:t>
            </a:r>
            <a:r>
              <a:rPr lang="zh-CN" altLang="en-US" dirty="0"/>
              <a:t>等设计软件。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61061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3CCA7EB0-C202-963E-169E-7C7E0BFE38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谢谢大家</a:t>
            </a:r>
          </a:p>
        </p:txBody>
      </p:sp>
    </p:spTree>
    <p:extLst>
      <p:ext uri="{BB962C8B-B14F-4D97-AF65-F5344CB8AC3E}">
        <p14:creationId xmlns:p14="http://schemas.microsoft.com/office/powerpoint/2010/main" val="877023249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主题1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F5AA4D"/>
      </a:accent1>
      <a:accent2>
        <a:srgbClr val="AF5034"/>
      </a:accent2>
      <a:accent3>
        <a:srgbClr val="B7B7B7"/>
      </a:accent3>
      <a:accent4>
        <a:srgbClr val="707070"/>
      </a:accent4>
      <a:accent5>
        <a:srgbClr val="CCCCCC"/>
      </a:accent5>
      <a:accent6>
        <a:srgbClr val="768394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主题1" id="{0ADD20F3-C21D-4D8A-98F1-4E58730787FE}" vid="{21402E19-A25E-48A2-A097-425B3A6EA67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246</TotalTime>
  <Words>586</Words>
  <Application>Microsoft Office PowerPoint</Application>
  <PresentationFormat>宽屏</PresentationFormat>
  <Paragraphs>37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等线</vt:lpstr>
      <vt:lpstr>Arial</vt:lpstr>
      <vt:lpstr>主题1</vt:lpstr>
      <vt:lpstr>德育答辩</vt:lpstr>
      <vt:lpstr>PowerPoint 演示文稿</vt:lpstr>
      <vt:lpstr>入学两年，仍然迷茫</vt:lpstr>
      <vt:lpstr>入学两年，仍然迷茫</vt:lpstr>
      <vt:lpstr>入学两年，仍然迷茫</vt:lpstr>
      <vt:lpstr>去年暑假，收获很大</vt:lpstr>
      <vt:lpstr>去年暑假，收获很大</vt:lpstr>
      <vt:lpstr>去年暑假，收获很大</vt:lpstr>
      <vt:lpstr>去年暑假，收获很大</vt:lpstr>
      <vt:lpstr>有了一个大概的主线</vt:lpstr>
      <vt:lpstr>有了一个大概的主线</vt:lpstr>
      <vt:lpstr>谢谢大家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D111KC</dc:creator>
  <cp:lastModifiedBy>D111KC</cp:lastModifiedBy>
  <cp:revision>7</cp:revision>
  <dcterms:created xsi:type="dcterms:W3CDTF">2025-05-13T02:32:20Z</dcterms:created>
  <dcterms:modified xsi:type="dcterms:W3CDTF">2025-05-15T06:28:11Z</dcterms:modified>
</cp:coreProperties>
</file>